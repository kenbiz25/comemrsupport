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147138555" r:id="rId5"/>
    <p:sldId id="2147138612" r:id="rId6"/>
    <p:sldId id="2147138613" r:id="rId7"/>
    <p:sldId id="2147138615" r:id="rId8"/>
    <p:sldId id="2147138614" r:id="rId9"/>
    <p:sldId id="2147138616" r:id="rId10"/>
    <p:sldId id="2147138617" r:id="rId11"/>
    <p:sldId id="2147138618" r:id="rId1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A7A023-0EA2-893B-E0D1-C839975483C5}" name="Test User1" initials="TU" userId="S::test.user1@medtroniclabs.org::9a03cb02-6bf3-4063-80ab-0c51b46361b4" providerId="AD"/>
  <p188:author id="{3552333D-01DD-A565-654C-55776689A5CD}" name="Garima Sahai" initials="GS" userId="S::garima.sahai@medtroniclabs.org::894a3ae0-6989-42f5-941b-dd36b29886e0" providerId="AD"/>
  <p188:author id="{D4663B4F-FD17-AC0E-5656-73618AEE8DC1}" name="Mercy Kipngeny" initials="" userId="S::mercy.kipngeny@medtroniclabs.org::1d8855a1-5f4a-40dd-b7c2-ccd436f2281f" providerId="AD"/>
  <p188:author id="{CD018A57-522A-DEF8-A390-9AC9EAF1BB83}" name="Peterson, Hannah [DC999]" initials="PH[" userId="S::peterh10@medtronic.com::31469e89-0d03-46df-909b-443cdd5a42a0" providerId="AD"/>
  <p188:author id="{B3A1945E-F389-7633-20B9-5D7056DC6D08}" name="Geoffrey Asira" initials="GA" userId="S::geoffrey.asira@medtroniclabs.org::2b1b72c7-3846-489c-8f9e-ff439ed8b41b" providerId="AD"/>
  <p188:author id="{D826916A-3C0F-FBB0-AD8B-62EA6BCB5C76}" name="Hannah Peterson" initials="HP" userId="S::hannah.c.peterson@medtroniclabs.org::558c9593-09c1-43d0-9e63-16a08a82fe9c" providerId="AD"/>
  <p188:author id="{38E69873-38A1-3143-D1F8-E3EFF971D2F3}" name="Samuel Kang'a" initials="SK" userId="S::samuel.kanga@medtroniclabs.org::771d9b53-5d9d-4237-8eb0-3b3d96e3b469" providerId="AD"/>
  <p188:author id="{66943389-CA25-7A38-5252-628F1A029DAF}" name="Sofiur Rahman" initials="SR" userId="S::sofiur.rahman@medtroniclabs.org::6b9c6054-3d7d-4dc0-b4f6-1a9f86c61dc1" providerId="AD"/>
  <p188:author id="{D16C5BD6-29E4-1E54-0E18-EA14748A8A67}" name="Evelyn Kavata" initials="EK" userId="S::evelyn.kavata@medtroniclabs.org::b89387d7-fbde-4282-aa0c-26d9091ec7f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47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811"/>
  </p:normalViewPr>
  <p:slideViewPr>
    <p:cSldViewPr snapToGrid="0">
      <p:cViewPr varScale="1">
        <p:scale>
          <a:sx n="97" d="100"/>
          <a:sy n="97" d="100"/>
        </p:scale>
        <p:origin x="10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A9CF6-799D-4D89-A1F1-BDC14E05E7FF}" type="doc">
      <dgm:prSet loTypeId="urn:microsoft.com/office/officeart/2005/8/layout/process3" loCatId="process" qsTypeId="urn:microsoft.com/office/officeart/2005/8/quickstyle/simple1" qsCatId="simple" csTypeId="urn:microsoft.com/office/officeart/2005/8/colors/accent0_3" csCatId="mainScheme" phldr="1"/>
      <dgm:spPr/>
      <dgm:t>
        <a:bodyPr/>
        <a:lstStyle/>
        <a:p>
          <a:endParaRPr lang="en-IN"/>
        </a:p>
      </dgm:t>
    </dgm:pt>
    <dgm:pt modelId="{DF812ADD-5705-4464-9C60-E8B7698973AC}">
      <dgm:prSet phldrT="[Text]" custT="1"/>
      <dgm:spPr/>
      <dgm:t>
        <a:bodyPr/>
        <a:lstStyle/>
        <a:p>
          <a:r>
            <a:rPr lang="en-IN" sz="1600" b="1">
              <a:latin typeface="Avenir Next LT Pro"/>
            </a:rPr>
            <a:t>LEVEL#1</a:t>
          </a:r>
          <a:endParaRPr lang="en-IN" sz="1600"/>
        </a:p>
        <a:p>
          <a:r>
            <a:rPr lang="en-IN" sz="1100">
              <a:latin typeface="Avenir Next LT Pro"/>
            </a:rPr>
            <a:t>RESOLVING GROUP</a:t>
          </a:r>
        </a:p>
      </dgm:t>
    </dgm:pt>
    <dgm:pt modelId="{8F1D8AE8-DB27-464F-AC75-0023D793C3E8}" type="parTrans" cxnId="{C0661203-5312-4AA7-ABDF-28C4743D3A6E}">
      <dgm:prSet/>
      <dgm:spPr/>
      <dgm:t>
        <a:bodyPr/>
        <a:lstStyle/>
        <a:p>
          <a:endParaRPr lang="en-IN">
            <a:latin typeface="Avenir Next LT Pro" panose="020B0504020202020204" pitchFamily="34" charset="0"/>
          </a:endParaRPr>
        </a:p>
      </dgm:t>
    </dgm:pt>
    <dgm:pt modelId="{59A7B2E8-9FD7-4522-9D5E-029A7142E259}" type="sibTrans" cxnId="{C0661203-5312-4AA7-ABDF-28C4743D3A6E}">
      <dgm:prSet/>
      <dgm:spPr/>
      <dgm:t>
        <a:bodyPr/>
        <a:lstStyle/>
        <a:p>
          <a:endParaRPr lang="en-IN">
            <a:latin typeface="Avenir Next LT Pro" panose="020B0504020202020204" pitchFamily="34" charset="0"/>
          </a:endParaRPr>
        </a:p>
      </dgm:t>
    </dgm:pt>
    <dgm:pt modelId="{0547932D-8EE1-49FE-BA56-33459241885E}">
      <dgm:prSet phldrT="[Text]"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Chiefdom Supervisors </a:t>
          </a:r>
        </a:p>
      </dgm:t>
    </dgm:pt>
    <dgm:pt modelId="{D0DD58BB-4712-4388-8C39-3221ED4827A0}" type="parTrans" cxnId="{79299A90-62B6-4D68-AAD0-BF50B7656D2B}">
      <dgm:prSet/>
      <dgm:spPr/>
      <dgm:t>
        <a:bodyPr/>
        <a:lstStyle/>
        <a:p>
          <a:endParaRPr lang="en-IN">
            <a:latin typeface="Avenir Next LT Pro" panose="020B0504020202020204" pitchFamily="34" charset="0"/>
          </a:endParaRPr>
        </a:p>
      </dgm:t>
    </dgm:pt>
    <dgm:pt modelId="{CCF4AD49-DD7F-4519-86BB-BE9381223F18}" type="sibTrans" cxnId="{79299A90-62B6-4D68-AAD0-BF50B7656D2B}">
      <dgm:prSet/>
      <dgm:spPr/>
      <dgm:t>
        <a:bodyPr/>
        <a:lstStyle/>
        <a:p>
          <a:endParaRPr lang="en-IN">
            <a:latin typeface="Avenir Next LT Pro" panose="020B0504020202020204" pitchFamily="34" charset="0"/>
          </a:endParaRPr>
        </a:p>
      </dgm:t>
    </dgm:pt>
    <dgm:pt modelId="{2C5D2D2D-AE6C-497A-AE9A-695FE8252F6C}">
      <dgm:prSet phldrT="[Text]"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District ICT</a:t>
          </a:r>
        </a:p>
      </dgm:t>
    </dgm:pt>
    <dgm:pt modelId="{CC699C3F-CF30-4106-AEF2-DCE10276D6BE}" type="parTrans" cxnId="{F761FFEC-0BCE-4FF8-BA8E-A16498277B1F}">
      <dgm:prSet/>
      <dgm:spPr/>
      <dgm:t>
        <a:bodyPr/>
        <a:lstStyle/>
        <a:p>
          <a:endParaRPr lang="en-IN">
            <a:latin typeface="Avenir Next LT Pro" panose="020B0504020202020204" pitchFamily="34" charset="0"/>
          </a:endParaRPr>
        </a:p>
      </dgm:t>
    </dgm:pt>
    <dgm:pt modelId="{A4C4176D-10E6-4A78-960C-D44E798FA3F4}" type="sibTrans" cxnId="{F761FFEC-0BCE-4FF8-BA8E-A16498277B1F}">
      <dgm:prSet/>
      <dgm:spPr/>
      <dgm:t>
        <a:bodyPr/>
        <a:lstStyle/>
        <a:p>
          <a:endParaRPr lang="en-IN">
            <a:latin typeface="Avenir Next LT Pro" panose="020B0504020202020204" pitchFamily="34" charset="0"/>
          </a:endParaRPr>
        </a:p>
      </dgm:t>
    </dgm:pt>
    <dgm:pt modelId="{4C812A37-9DA5-486B-AD6F-107BC543B8AC}">
      <dgm:prSet phldrT="[Text]"/>
      <dgm:spPr/>
      <dgm:t>
        <a:bodyPr/>
        <a:lstStyle/>
        <a:p>
          <a:pPr rtl="0"/>
          <a:r>
            <a:rPr lang="en-IN">
              <a:latin typeface="Avenir Next LT Pro"/>
            </a:rPr>
            <a:t>LABS Capacity building champions</a:t>
          </a:r>
          <a:endParaRPr lang="en-IN">
            <a:highlight>
              <a:srgbClr val="FFFF00"/>
            </a:highlight>
            <a:latin typeface="Avenir Next LT Pro"/>
          </a:endParaRPr>
        </a:p>
      </dgm:t>
    </dgm:pt>
    <dgm:pt modelId="{E6FFFB96-9244-4D74-8A1D-22D81313D2CF}" type="parTrans" cxnId="{F9C27263-CE67-4DD7-8948-E81FC08AB294}">
      <dgm:prSet/>
      <dgm:spPr/>
      <dgm:t>
        <a:bodyPr/>
        <a:lstStyle/>
        <a:p>
          <a:endParaRPr lang="en-IN">
            <a:latin typeface="Avenir Next LT Pro" panose="020B0504020202020204" pitchFamily="34" charset="0"/>
          </a:endParaRPr>
        </a:p>
      </dgm:t>
    </dgm:pt>
    <dgm:pt modelId="{DE51237E-4006-4663-BB5D-B5EE1B74D7CA}" type="sibTrans" cxnId="{F9C27263-CE67-4DD7-8948-E81FC08AB294}">
      <dgm:prSet/>
      <dgm:spPr/>
      <dgm:t>
        <a:bodyPr/>
        <a:lstStyle/>
        <a:p>
          <a:endParaRPr lang="en-IN">
            <a:latin typeface="Avenir Next LT Pro" panose="020B0504020202020204" pitchFamily="34" charset="0"/>
          </a:endParaRPr>
        </a:p>
      </dgm:t>
    </dgm:pt>
    <dgm:pt modelId="{278112F1-E152-4D9B-9CA8-18CE719FDA01}">
      <dgm:prSet phldrT="[Text]" custT="1"/>
      <dgm:spPr/>
      <dgm:t>
        <a:bodyPr/>
        <a:lstStyle/>
        <a:p>
          <a:pPr rtl="0"/>
          <a:r>
            <a:rPr lang="en-IN" sz="1600" b="1">
              <a:latin typeface="Avenir Next LT Pro"/>
            </a:rPr>
            <a:t>Medtronic LABS Support</a:t>
          </a:r>
          <a:endParaRPr lang="en-IN" sz="1100">
            <a:latin typeface="Avenir Next LT Pro"/>
          </a:endParaRPr>
        </a:p>
      </dgm:t>
    </dgm:pt>
    <dgm:pt modelId="{16143533-FF79-4B20-973E-BC737431A747}" type="parTrans" cxnId="{D09B3328-F77A-4EF7-8C0E-240DC8F96F9A}">
      <dgm:prSet/>
      <dgm:spPr/>
      <dgm:t>
        <a:bodyPr/>
        <a:lstStyle/>
        <a:p>
          <a:endParaRPr lang="en-IN">
            <a:latin typeface="Avenir Next LT Pro" panose="020B0504020202020204" pitchFamily="34" charset="0"/>
          </a:endParaRPr>
        </a:p>
      </dgm:t>
    </dgm:pt>
    <dgm:pt modelId="{DC97D115-65DB-4BBB-8E9B-23DDFC774C79}" type="sibTrans" cxnId="{D09B3328-F77A-4EF7-8C0E-240DC8F96F9A}">
      <dgm:prSet/>
      <dgm:spPr/>
      <dgm:t>
        <a:bodyPr/>
        <a:lstStyle/>
        <a:p>
          <a:endParaRPr lang="en-IN">
            <a:latin typeface="Avenir Next LT Pro" panose="020B0504020202020204" pitchFamily="34" charset="0"/>
          </a:endParaRPr>
        </a:p>
      </dgm:t>
    </dgm:pt>
    <dgm:pt modelId="{65AC460E-3000-4C1A-B56E-FACB65CA9BA7}">
      <dgm:prSet phldrT="[Text]" phldr="0"/>
      <dgm:spPr/>
      <dgm:t>
        <a:bodyPr/>
        <a:lstStyle/>
        <a:p>
          <a:pPr rtl="0"/>
          <a:r>
            <a:rPr lang="en-IN">
              <a:latin typeface="Avenir Next LT Pro"/>
            </a:rPr>
            <a:t>Mixed expertise based on issue raised</a:t>
          </a:r>
        </a:p>
      </dgm:t>
    </dgm:pt>
    <dgm:pt modelId="{3E89AAF9-46D2-484D-8B20-98F71FA029A6}" type="parTrans" cxnId="{969437F6-0AB9-488C-BFA9-FC36FE6436DE}">
      <dgm:prSet/>
      <dgm:spPr/>
      <dgm:t>
        <a:bodyPr/>
        <a:lstStyle/>
        <a:p>
          <a:endParaRPr lang="en-IN">
            <a:latin typeface="Avenir Next LT Pro" panose="020B0504020202020204" pitchFamily="34" charset="0"/>
          </a:endParaRPr>
        </a:p>
      </dgm:t>
    </dgm:pt>
    <dgm:pt modelId="{DF6BB3D7-C8C3-41C1-9E1E-596FE6442842}" type="sibTrans" cxnId="{969437F6-0AB9-488C-BFA9-FC36FE6436DE}">
      <dgm:prSet/>
      <dgm:spPr/>
      <dgm:t>
        <a:bodyPr/>
        <a:lstStyle/>
        <a:p>
          <a:endParaRPr lang="en-IN">
            <a:latin typeface="Avenir Next LT Pro" panose="020B0504020202020204" pitchFamily="34" charset="0"/>
          </a:endParaRPr>
        </a:p>
      </dgm:t>
    </dgm:pt>
    <dgm:pt modelId="{AEA16F7C-BF83-4B0C-8532-1FDEAE074880}">
      <dgm:prSet phldrT="[Text]" phldr="0"/>
      <dgm:spPr/>
      <dgm:t>
        <a:bodyPr/>
        <a:lstStyle/>
        <a:p>
          <a:pPr rtl="0"/>
          <a:r>
            <a:rPr lang="en-IN">
              <a:latin typeface="Avenir Next LT Pro"/>
            </a:rPr>
            <a:t> Regional ICT</a:t>
          </a:r>
          <a:endParaRPr lang="en-IN">
            <a:latin typeface="Avenir Next LT Pro" panose="020B0504020202020204" pitchFamily="34" charset="0"/>
          </a:endParaRPr>
        </a:p>
      </dgm:t>
    </dgm:pt>
    <dgm:pt modelId="{971F436F-E9E9-4310-88D5-7787A6F196E0}" type="parTrans" cxnId="{FF871861-0FE9-4A36-B8AF-503359198AE7}">
      <dgm:prSet/>
      <dgm:spPr/>
      <dgm:t>
        <a:bodyPr/>
        <a:lstStyle/>
        <a:p>
          <a:endParaRPr lang="en-IN">
            <a:latin typeface="Avenir Next LT Pro" panose="020B0504020202020204" pitchFamily="34" charset="0"/>
          </a:endParaRPr>
        </a:p>
      </dgm:t>
    </dgm:pt>
    <dgm:pt modelId="{92B40F5C-4A06-4126-99A6-7150C3852A99}" type="sibTrans" cxnId="{FF871861-0FE9-4A36-B8AF-503359198AE7}">
      <dgm:prSet/>
      <dgm:spPr/>
      <dgm:t>
        <a:bodyPr/>
        <a:lstStyle/>
        <a:p>
          <a:endParaRPr lang="en-IN">
            <a:latin typeface="Avenir Next LT Pro" panose="020B0504020202020204" pitchFamily="34" charset="0"/>
          </a:endParaRPr>
        </a:p>
      </dgm:t>
    </dgm:pt>
    <dgm:pt modelId="{7826444F-FC03-4D17-ADCA-66F4F891A42C}">
      <dgm:prSet phldrT="[Text]"/>
      <dgm:spPr/>
      <dgm:t>
        <a:bodyPr/>
        <a:lstStyle/>
        <a:p>
          <a:r>
            <a:rPr lang="en-US" b="0">
              <a:latin typeface="Avenir Next LT Pro"/>
            </a:rPr>
            <a:t>LABS Ops Leads</a:t>
          </a:r>
          <a:endParaRPr lang="en-IN" b="0">
            <a:latin typeface="Avenir Next LT Pro"/>
          </a:endParaRPr>
        </a:p>
      </dgm:t>
    </dgm:pt>
    <dgm:pt modelId="{301213A9-6BC2-4B4F-8106-923DF702CB39}" type="parTrans" cxnId="{E9C6A547-DB5C-4788-97F0-91F6DE126D61}">
      <dgm:prSet/>
      <dgm:spPr/>
      <dgm:t>
        <a:bodyPr/>
        <a:lstStyle/>
        <a:p>
          <a:endParaRPr lang="en-IN"/>
        </a:p>
      </dgm:t>
    </dgm:pt>
    <dgm:pt modelId="{9528DD00-AB7B-4B2E-B8B1-87E913929B1B}" type="sibTrans" cxnId="{E9C6A547-DB5C-4788-97F0-91F6DE126D61}">
      <dgm:prSet/>
      <dgm:spPr/>
      <dgm:t>
        <a:bodyPr/>
        <a:lstStyle/>
        <a:p>
          <a:endParaRPr lang="en-IN"/>
        </a:p>
      </dgm:t>
    </dgm:pt>
    <dgm:pt modelId="{7F0BCB19-0B6B-4256-837C-A6A899E94342}">
      <dgm:prSet phldrT="[Text]" phldr="0" custT="1"/>
      <dgm:spPr>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gm:spPr>
      <dgm:t>
        <a:bodyPr spcFirstLastPara="0" vert="horz" wrap="square" lIns="85344" tIns="85344" rIns="85344" bIns="85344" numCol="1" spcCol="1270" anchor="t" anchorCtr="0"/>
        <a:lstStyle/>
        <a:p>
          <a:pPr algn="l" rtl="0">
            <a:lnSpc>
              <a:spcPct val="90000"/>
            </a:lnSpc>
          </a:pPr>
          <a:r>
            <a:rPr lang="en-US" sz="1400" b="0">
              <a:solidFill>
                <a:srgbClr val="000000">
                  <a:hueOff val="0"/>
                  <a:satOff val="0"/>
                  <a:lumOff val="0"/>
                  <a:alphaOff val="0"/>
                </a:srgbClr>
              </a:solidFill>
              <a:latin typeface="Avenir Next LT Pro"/>
              <a:ea typeface="+mn-ea"/>
              <a:cs typeface="+mn-cs"/>
            </a:rPr>
            <a:t> </a:t>
          </a:r>
          <a:r>
            <a:rPr lang="en-US" sz="1400" b="0" err="1">
              <a:solidFill>
                <a:srgbClr val="000000">
                  <a:hueOff val="0"/>
                  <a:satOff val="0"/>
                  <a:lumOff val="0"/>
                  <a:alphaOff val="0"/>
                </a:srgbClr>
              </a:solidFill>
              <a:latin typeface="Avenir Next LT Pro"/>
              <a:ea typeface="+mn-ea"/>
              <a:cs typeface="+mn-cs"/>
            </a:rPr>
            <a:t>ToTs</a:t>
          </a:r>
        </a:p>
      </dgm:t>
    </dgm:pt>
    <dgm:pt modelId="{BD721AC4-615D-43E0-989F-54924DBC48F8}" type="parTrans" cxnId="{B651D092-1613-46D9-AC1B-4FA929BA7F1B}">
      <dgm:prSet/>
      <dgm:spPr/>
      <dgm:t>
        <a:bodyPr/>
        <a:lstStyle/>
        <a:p>
          <a:endParaRPr lang="en-IN"/>
        </a:p>
      </dgm:t>
    </dgm:pt>
    <dgm:pt modelId="{50515BFC-E072-4AB1-977D-887362FD0344}" type="sibTrans" cxnId="{B651D092-1613-46D9-AC1B-4FA929BA7F1B}">
      <dgm:prSet/>
      <dgm:spPr/>
      <dgm:t>
        <a:bodyPr/>
        <a:lstStyle/>
        <a:p>
          <a:endParaRPr lang="en-IN"/>
        </a:p>
      </dgm:t>
    </dgm:pt>
    <dgm:pt modelId="{306BF6E2-2C6E-421F-B881-6986370B2176}">
      <dgm:prSet phldr="0"/>
      <dgm:spPr/>
      <dgm:t>
        <a:bodyPr/>
        <a:lstStyle/>
        <a:p>
          <a:pPr>
            <a:lnSpc>
              <a:spcPct val="100000"/>
            </a:lnSpc>
          </a:pPr>
          <a:r>
            <a:rPr lang="en-IN" sz="1600" b="1">
              <a:latin typeface="Avenir Next LT Pro"/>
            </a:rPr>
            <a:t>LEVEL#2</a:t>
          </a:r>
          <a:endParaRPr lang="en-IN" sz="1100">
            <a:latin typeface="Avenir Next LT Pro"/>
          </a:endParaRPr>
        </a:p>
        <a:p>
          <a:r>
            <a:rPr lang="en-IN" sz="1100">
              <a:latin typeface="Avenir Next LT Pro"/>
            </a:rPr>
            <a:t>CHAMPIONS</a:t>
          </a:r>
          <a:endParaRPr lang="en-US"/>
        </a:p>
      </dgm:t>
    </dgm:pt>
    <dgm:pt modelId="{5FB53F78-D7AD-4C6A-B29D-210AB2EA07D5}" type="parTrans" cxnId="{E153E116-8224-4527-B956-0C006BA069EB}">
      <dgm:prSet/>
      <dgm:spPr/>
      <dgm:t>
        <a:bodyPr/>
        <a:lstStyle/>
        <a:p>
          <a:endParaRPr lang="en-IN"/>
        </a:p>
      </dgm:t>
    </dgm:pt>
    <dgm:pt modelId="{1168012E-ADF4-4D25-B478-7379AFCBE597}" type="sibTrans" cxnId="{E153E116-8224-4527-B956-0C006BA069EB}">
      <dgm:prSet/>
      <dgm:spPr/>
      <dgm:t>
        <a:bodyPr/>
        <a:lstStyle/>
        <a:p>
          <a:endParaRPr lang="en-US"/>
        </a:p>
      </dgm:t>
    </dgm:pt>
    <dgm:pt modelId="{CA71A0A3-FC00-434D-90AB-38C87E010F4A}">
      <dgm:prSet phldr="0"/>
      <dgm:spPr/>
      <dgm:t>
        <a:bodyPr/>
        <a:lstStyle/>
        <a:p>
          <a:pPr rtl="0"/>
          <a:r>
            <a:rPr lang="en-IN" b="1">
              <a:latin typeface="Avenir Next LT Pro"/>
            </a:rPr>
            <a:t>END USER/HCPS</a:t>
          </a:r>
        </a:p>
      </dgm:t>
    </dgm:pt>
    <dgm:pt modelId="{64387D1C-717D-4BA7-8695-37B62352936D}" type="parTrans" cxnId="{D30C1F36-6A88-415F-9831-11A29DB7DAA9}">
      <dgm:prSet/>
      <dgm:spPr/>
      <dgm:t>
        <a:bodyPr/>
        <a:lstStyle/>
        <a:p>
          <a:endParaRPr lang="en-IN"/>
        </a:p>
      </dgm:t>
    </dgm:pt>
    <dgm:pt modelId="{824B3DAA-455E-4C1E-A915-1EB8A4266CA8}" type="sibTrans" cxnId="{D30C1F36-6A88-415F-9831-11A29DB7DAA9}">
      <dgm:prSet/>
      <dgm:spPr/>
      <dgm:t>
        <a:bodyPr/>
        <a:lstStyle/>
        <a:p>
          <a:endParaRPr lang="en-US"/>
        </a:p>
      </dgm:t>
    </dgm:pt>
    <dgm:pt modelId="{7B348D35-50A5-4B1D-8B24-26822E3A2B19}">
      <dgm:prSet phldr="0"/>
      <dgm:spPr/>
      <dgm:t>
        <a:bodyPr/>
        <a:lstStyle/>
        <a:p>
          <a:r>
            <a:rPr lang="en-IN" b="0">
              <a:latin typeface="Avenir Next LT Pro"/>
            </a:rPr>
            <a:t>CHW</a:t>
          </a:r>
        </a:p>
      </dgm:t>
    </dgm:pt>
    <dgm:pt modelId="{CC927F44-02EC-49BC-AA8B-4947987D6A32}" type="parTrans" cxnId="{74991938-6AE8-4C82-9B09-F3EA04058403}">
      <dgm:prSet/>
      <dgm:spPr/>
      <dgm:t>
        <a:bodyPr/>
        <a:lstStyle/>
        <a:p>
          <a:endParaRPr lang="en-IN"/>
        </a:p>
      </dgm:t>
    </dgm:pt>
    <dgm:pt modelId="{65D389DE-DFD5-4084-8729-72D9306D89BA}" type="sibTrans" cxnId="{74991938-6AE8-4C82-9B09-F3EA04058403}">
      <dgm:prSet/>
      <dgm:spPr/>
      <dgm:t>
        <a:bodyPr/>
        <a:lstStyle/>
        <a:p>
          <a:endParaRPr lang="en-US"/>
        </a:p>
      </dgm:t>
    </dgm:pt>
    <dgm:pt modelId="{46123F8F-5962-4D7D-9B9C-9B3C258161AD}">
      <dgm:prSet phldr="0"/>
      <dgm:spPr/>
      <dgm:t>
        <a:bodyPr/>
        <a:lstStyle/>
        <a:p>
          <a:pPr rtl="0"/>
          <a:r>
            <a:rPr lang="en-IN" b="0">
              <a:latin typeface="Avenir Next LT Pro"/>
            </a:rPr>
            <a:t>Peer Supervisor</a:t>
          </a:r>
        </a:p>
      </dgm:t>
    </dgm:pt>
    <dgm:pt modelId="{8A67F393-7BFE-4D2C-BD2A-ACC5C1B64EA4}" type="parTrans" cxnId="{92CE64AC-DBDB-4F4F-9366-C13B9D1F54EC}">
      <dgm:prSet/>
      <dgm:spPr/>
      <dgm:t>
        <a:bodyPr/>
        <a:lstStyle/>
        <a:p>
          <a:endParaRPr lang="en-IN"/>
        </a:p>
      </dgm:t>
    </dgm:pt>
    <dgm:pt modelId="{83AB9BA8-75C9-434C-873B-B5B6670B92DB}" type="sibTrans" cxnId="{92CE64AC-DBDB-4F4F-9366-C13B9D1F54EC}">
      <dgm:prSet/>
      <dgm:spPr/>
      <dgm:t>
        <a:bodyPr/>
        <a:lstStyle/>
        <a:p>
          <a:endParaRPr lang="en-IN"/>
        </a:p>
      </dgm:t>
    </dgm:pt>
    <dgm:pt modelId="{9BB82014-324B-4D19-ADFC-6773DE432A3F}">
      <dgm:prSet phldr="0"/>
      <dgm:spPr/>
      <dgm:t>
        <a:bodyPr/>
        <a:lstStyle/>
        <a:p>
          <a:r>
            <a:rPr lang="en-IN" b="0">
              <a:latin typeface="Avenir Next LT Pro"/>
            </a:rPr>
            <a:t>CHC Staff</a:t>
          </a:r>
        </a:p>
      </dgm:t>
    </dgm:pt>
    <dgm:pt modelId="{1255E6E5-3A54-48B3-8E2F-256A410E9D92}" type="parTrans" cxnId="{C7FB2BD9-AE0C-4264-8EC3-BCBDD48991C4}">
      <dgm:prSet/>
      <dgm:spPr/>
      <dgm:t>
        <a:bodyPr/>
        <a:lstStyle/>
        <a:p>
          <a:endParaRPr lang="en-IN"/>
        </a:p>
      </dgm:t>
    </dgm:pt>
    <dgm:pt modelId="{D6E77559-2942-4E91-9A3C-16606939ACAA}" type="sibTrans" cxnId="{C7FB2BD9-AE0C-4264-8EC3-BCBDD48991C4}">
      <dgm:prSet/>
      <dgm:spPr/>
      <dgm:t>
        <a:bodyPr/>
        <a:lstStyle/>
        <a:p>
          <a:endParaRPr lang="en-IN"/>
        </a:p>
      </dgm:t>
    </dgm:pt>
    <dgm:pt modelId="{1239700C-D188-3B41-816B-DB70CA7A71E8}">
      <dgm:prSet phldr="0"/>
      <dgm:spPr/>
      <dgm:t>
        <a:bodyPr/>
        <a:lstStyle/>
        <a:p>
          <a:r>
            <a:rPr lang="en-IN" b="0">
              <a:latin typeface="Avenir Next LT Pro"/>
            </a:rPr>
            <a:t>CHP Staff</a:t>
          </a:r>
        </a:p>
      </dgm:t>
    </dgm:pt>
    <dgm:pt modelId="{32756492-CADE-F346-9E84-1783A8237EE7}" type="parTrans" cxnId="{D198D31C-522D-8D43-8171-97A50B0F8046}">
      <dgm:prSet/>
      <dgm:spPr/>
      <dgm:t>
        <a:bodyPr/>
        <a:lstStyle/>
        <a:p>
          <a:endParaRPr lang="en-US"/>
        </a:p>
      </dgm:t>
    </dgm:pt>
    <dgm:pt modelId="{5B50393B-5EA0-DE4E-B2A2-1C88A32A4E1B}" type="sibTrans" cxnId="{D198D31C-522D-8D43-8171-97A50B0F8046}">
      <dgm:prSet/>
      <dgm:spPr/>
      <dgm:t>
        <a:bodyPr/>
        <a:lstStyle/>
        <a:p>
          <a:endParaRPr lang="en-US"/>
        </a:p>
      </dgm:t>
    </dgm:pt>
    <dgm:pt modelId="{421C33F8-8B62-9743-80ED-4DCF6C9BDCFA}">
      <dgm:prSet phldr="0"/>
      <dgm:spPr/>
      <dgm:t>
        <a:bodyPr/>
        <a:lstStyle/>
        <a:p>
          <a:r>
            <a:rPr lang="en-IN" b="0">
              <a:latin typeface="Avenir Next LT Pro"/>
            </a:rPr>
            <a:t>MCHP Staff</a:t>
          </a:r>
        </a:p>
      </dgm:t>
    </dgm:pt>
    <dgm:pt modelId="{90887862-D04F-534F-B30F-64F67CFF5CC6}" type="parTrans" cxnId="{6D8512C0-B62B-7B43-A765-92C7775F7977}">
      <dgm:prSet/>
      <dgm:spPr/>
      <dgm:t>
        <a:bodyPr/>
        <a:lstStyle/>
        <a:p>
          <a:endParaRPr lang="en-US"/>
        </a:p>
      </dgm:t>
    </dgm:pt>
    <dgm:pt modelId="{B14410DB-C2C5-BA4D-8DAB-BD6E6D6959A7}" type="sibTrans" cxnId="{6D8512C0-B62B-7B43-A765-92C7775F7977}">
      <dgm:prSet/>
      <dgm:spPr/>
      <dgm:t>
        <a:bodyPr/>
        <a:lstStyle/>
        <a:p>
          <a:endParaRPr lang="en-US"/>
        </a:p>
      </dgm:t>
    </dgm:pt>
    <dgm:pt modelId="{35EA8A4D-BC9D-4B49-9472-637FB49E16DB}" type="pres">
      <dgm:prSet presAssocID="{C4AA9CF6-799D-4D89-A1F1-BDC14E05E7FF}" presName="linearFlow" presStyleCnt="0">
        <dgm:presLayoutVars>
          <dgm:dir/>
          <dgm:animLvl val="lvl"/>
          <dgm:resizeHandles val="exact"/>
        </dgm:presLayoutVars>
      </dgm:prSet>
      <dgm:spPr/>
    </dgm:pt>
    <dgm:pt modelId="{6EC82C58-FCF5-471E-817E-7C07E2A7AB9C}" type="pres">
      <dgm:prSet presAssocID="{CA71A0A3-FC00-434D-90AB-38C87E010F4A}" presName="composite" presStyleCnt="0"/>
      <dgm:spPr/>
    </dgm:pt>
    <dgm:pt modelId="{7EB03FF2-C2D9-49C6-9E45-958358D923CC}" type="pres">
      <dgm:prSet presAssocID="{CA71A0A3-FC00-434D-90AB-38C87E010F4A}" presName="parTx" presStyleLbl="node1" presStyleIdx="0" presStyleCnt="4">
        <dgm:presLayoutVars>
          <dgm:chMax val="0"/>
          <dgm:chPref val="0"/>
          <dgm:bulletEnabled val="1"/>
        </dgm:presLayoutVars>
      </dgm:prSet>
      <dgm:spPr/>
    </dgm:pt>
    <dgm:pt modelId="{D17242AE-FF86-4653-8CCE-C96E9207FA4A}" type="pres">
      <dgm:prSet presAssocID="{CA71A0A3-FC00-434D-90AB-38C87E010F4A}" presName="parSh" presStyleLbl="node1" presStyleIdx="0" presStyleCnt="4"/>
      <dgm:spPr/>
    </dgm:pt>
    <dgm:pt modelId="{34113DAE-29FC-4AD0-B97A-51979AC4FE4F}" type="pres">
      <dgm:prSet presAssocID="{CA71A0A3-FC00-434D-90AB-38C87E010F4A}" presName="desTx" presStyleLbl="fgAcc1" presStyleIdx="0" presStyleCnt="4">
        <dgm:presLayoutVars>
          <dgm:bulletEnabled val="1"/>
        </dgm:presLayoutVars>
      </dgm:prSet>
      <dgm:spPr/>
    </dgm:pt>
    <dgm:pt modelId="{16A21DFE-373A-4494-98BA-7418B617B698}" type="pres">
      <dgm:prSet presAssocID="{824B3DAA-455E-4C1E-A915-1EB8A4266CA8}" presName="sibTrans" presStyleLbl="sibTrans2D1" presStyleIdx="0" presStyleCnt="3"/>
      <dgm:spPr/>
    </dgm:pt>
    <dgm:pt modelId="{10AD13DC-E74C-4486-A62F-7A1BBB664642}" type="pres">
      <dgm:prSet presAssocID="{824B3DAA-455E-4C1E-A915-1EB8A4266CA8}" presName="connTx" presStyleLbl="sibTrans2D1" presStyleIdx="0" presStyleCnt="3"/>
      <dgm:spPr/>
    </dgm:pt>
    <dgm:pt modelId="{3EF053F9-21BC-4129-854E-CC34F321589F}" type="pres">
      <dgm:prSet presAssocID="{DF812ADD-5705-4464-9C60-E8B7698973AC}" presName="composite" presStyleCnt="0"/>
      <dgm:spPr/>
    </dgm:pt>
    <dgm:pt modelId="{3A66995C-AF1B-4C4F-A910-0D05DD20F0DF}" type="pres">
      <dgm:prSet presAssocID="{DF812ADD-5705-4464-9C60-E8B7698973AC}" presName="parTx" presStyleLbl="node1" presStyleIdx="0" presStyleCnt="4">
        <dgm:presLayoutVars>
          <dgm:chMax val="0"/>
          <dgm:chPref val="0"/>
          <dgm:bulletEnabled val="1"/>
        </dgm:presLayoutVars>
      </dgm:prSet>
      <dgm:spPr/>
    </dgm:pt>
    <dgm:pt modelId="{72A278D7-5E8C-4847-8A66-ED34643B2757}" type="pres">
      <dgm:prSet presAssocID="{DF812ADD-5705-4464-9C60-E8B7698973AC}" presName="parSh" presStyleLbl="node1" presStyleIdx="1" presStyleCnt="4"/>
      <dgm:spPr/>
    </dgm:pt>
    <dgm:pt modelId="{2831DAB8-273E-4F5F-989E-22E114B51B69}" type="pres">
      <dgm:prSet presAssocID="{DF812ADD-5705-4464-9C60-E8B7698973AC}" presName="desTx" presStyleLbl="fgAcc1" presStyleIdx="1" presStyleCnt="4">
        <dgm:presLayoutVars>
          <dgm:bulletEnabled val="1"/>
        </dgm:presLayoutVars>
      </dgm:prSet>
      <dgm:spPr>
        <a:xfrm>
          <a:off x="404316" y="1336375"/>
          <a:ext cx="1966373" cy="1158300"/>
        </a:xfrm>
        <a:prstGeom prst="roundRect">
          <a:avLst>
            <a:gd name="adj" fmla="val 10000"/>
          </a:avLst>
        </a:prstGeom>
      </dgm:spPr>
    </dgm:pt>
    <dgm:pt modelId="{11A771D5-7481-4F52-8572-AE39831C2DA1}" type="pres">
      <dgm:prSet presAssocID="{59A7B2E8-9FD7-4522-9D5E-029A7142E259}" presName="sibTrans" presStyleLbl="sibTrans2D1" presStyleIdx="1" presStyleCnt="3"/>
      <dgm:spPr/>
    </dgm:pt>
    <dgm:pt modelId="{92F757DF-42C3-4F29-B184-26636223CF6F}" type="pres">
      <dgm:prSet presAssocID="{59A7B2E8-9FD7-4522-9D5E-029A7142E259}" presName="connTx" presStyleLbl="sibTrans2D1" presStyleIdx="1" presStyleCnt="3"/>
      <dgm:spPr/>
    </dgm:pt>
    <dgm:pt modelId="{B3DB9D9D-29C9-4E2B-94E0-45F4D3487090}" type="pres">
      <dgm:prSet presAssocID="{306BF6E2-2C6E-421F-B881-6986370B2176}" presName="composite" presStyleCnt="0"/>
      <dgm:spPr/>
    </dgm:pt>
    <dgm:pt modelId="{4125F78F-61D7-4F87-88E4-A6A26F50091B}" type="pres">
      <dgm:prSet presAssocID="{306BF6E2-2C6E-421F-B881-6986370B2176}" presName="parTx" presStyleLbl="node1" presStyleIdx="1" presStyleCnt="4">
        <dgm:presLayoutVars>
          <dgm:chMax val="0"/>
          <dgm:chPref val="0"/>
          <dgm:bulletEnabled val="1"/>
        </dgm:presLayoutVars>
      </dgm:prSet>
      <dgm:spPr/>
    </dgm:pt>
    <dgm:pt modelId="{8299BFF4-4970-4CAE-B4D1-5C5BA8E71B22}" type="pres">
      <dgm:prSet presAssocID="{306BF6E2-2C6E-421F-B881-6986370B2176}" presName="parSh" presStyleLbl="node1" presStyleIdx="2" presStyleCnt="4"/>
      <dgm:spPr/>
    </dgm:pt>
    <dgm:pt modelId="{51CD04BF-7366-470E-9B7E-CD0B58A68AAD}" type="pres">
      <dgm:prSet presAssocID="{306BF6E2-2C6E-421F-B881-6986370B2176}" presName="desTx" presStyleLbl="fgAcc1" presStyleIdx="2" presStyleCnt="4">
        <dgm:presLayoutVars>
          <dgm:bulletEnabled val="1"/>
        </dgm:presLayoutVars>
      </dgm:prSet>
      <dgm:spPr/>
    </dgm:pt>
    <dgm:pt modelId="{6BC0815A-1D9D-4B0A-95CD-FC545D83010A}" type="pres">
      <dgm:prSet presAssocID="{1168012E-ADF4-4D25-B478-7379AFCBE597}" presName="sibTrans" presStyleLbl="sibTrans2D1" presStyleIdx="2" presStyleCnt="3"/>
      <dgm:spPr/>
    </dgm:pt>
    <dgm:pt modelId="{25CB2BD6-CC4B-4C1E-AB20-8FF14DBFE86D}" type="pres">
      <dgm:prSet presAssocID="{1168012E-ADF4-4D25-B478-7379AFCBE597}" presName="connTx" presStyleLbl="sibTrans2D1" presStyleIdx="2" presStyleCnt="3"/>
      <dgm:spPr/>
    </dgm:pt>
    <dgm:pt modelId="{ED819B4E-81C7-4C49-9746-E11BC15482B9}" type="pres">
      <dgm:prSet presAssocID="{278112F1-E152-4D9B-9CA8-18CE719FDA01}" presName="composite" presStyleCnt="0"/>
      <dgm:spPr/>
    </dgm:pt>
    <dgm:pt modelId="{7977A8C0-59C2-4BE6-A53D-907B8B5C2700}" type="pres">
      <dgm:prSet presAssocID="{278112F1-E152-4D9B-9CA8-18CE719FDA01}" presName="parTx" presStyleLbl="node1" presStyleIdx="2" presStyleCnt="4">
        <dgm:presLayoutVars>
          <dgm:chMax val="0"/>
          <dgm:chPref val="0"/>
          <dgm:bulletEnabled val="1"/>
        </dgm:presLayoutVars>
      </dgm:prSet>
      <dgm:spPr/>
    </dgm:pt>
    <dgm:pt modelId="{E829ED23-BDC1-4743-9805-9D0D1E5B6F04}" type="pres">
      <dgm:prSet presAssocID="{278112F1-E152-4D9B-9CA8-18CE719FDA01}" presName="parSh" presStyleLbl="node1" presStyleIdx="3" presStyleCnt="4"/>
      <dgm:spPr/>
    </dgm:pt>
    <dgm:pt modelId="{5E3DE26F-ACEF-4406-9B1C-16DF14C571E8}" type="pres">
      <dgm:prSet presAssocID="{278112F1-E152-4D9B-9CA8-18CE719FDA01}" presName="desTx" presStyleLbl="fgAcc1" presStyleIdx="3" presStyleCnt="4">
        <dgm:presLayoutVars>
          <dgm:bulletEnabled val="1"/>
        </dgm:presLayoutVars>
      </dgm:prSet>
      <dgm:spPr/>
    </dgm:pt>
  </dgm:ptLst>
  <dgm:cxnLst>
    <dgm:cxn modelId="{CBCC8700-9708-4164-88D9-F42DD30F2AFC}" type="presOf" srcId="{46123F8F-5962-4D7D-9B9C-9B3C258161AD}" destId="{34113DAE-29FC-4AD0-B97A-51979AC4FE4F}" srcOrd="0" destOrd="1" presId="urn:microsoft.com/office/officeart/2005/8/layout/process3"/>
    <dgm:cxn modelId="{C0661203-5312-4AA7-ABDF-28C4743D3A6E}" srcId="{C4AA9CF6-799D-4D89-A1F1-BDC14E05E7FF}" destId="{DF812ADD-5705-4464-9C60-E8B7698973AC}" srcOrd="1" destOrd="0" parTransId="{8F1D8AE8-DB27-464F-AC75-0023D793C3E8}" sibTransId="{59A7B2E8-9FD7-4522-9D5E-029A7142E259}"/>
    <dgm:cxn modelId="{F0B78006-5C65-6A4C-B296-80AE8A88446F}" type="presOf" srcId="{1239700C-D188-3B41-816B-DB70CA7A71E8}" destId="{34113DAE-29FC-4AD0-B97A-51979AC4FE4F}" srcOrd="0" destOrd="3" presId="urn:microsoft.com/office/officeart/2005/8/layout/process3"/>
    <dgm:cxn modelId="{A8B96708-934E-4917-99BE-E733E5DD2BCE}" type="presOf" srcId="{CA71A0A3-FC00-434D-90AB-38C87E010F4A}" destId="{7EB03FF2-C2D9-49C6-9E45-958358D923CC}" srcOrd="0" destOrd="0" presId="urn:microsoft.com/office/officeart/2005/8/layout/process3"/>
    <dgm:cxn modelId="{8C039114-AEE2-AC45-B292-1129617604B8}" type="presOf" srcId="{421C33F8-8B62-9743-80ED-4DCF6C9BDCFA}" destId="{34113DAE-29FC-4AD0-B97A-51979AC4FE4F}" srcOrd="0" destOrd="4" presId="urn:microsoft.com/office/officeart/2005/8/layout/process3"/>
    <dgm:cxn modelId="{E153E116-8224-4527-B956-0C006BA069EB}" srcId="{C4AA9CF6-799D-4D89-A1F1-BDC14E05E7FF}" destId="{306BF6E2-2C6E-421F-B881-6986370B2176}" srcOrd="2" destOrd="0" parTransId="{5FB53F78-D7AD-4C6A-B29D-210AB2EA07D5}" sibTransId="{1168012E-ADF4-4D25-B478-7379AFCBE597}"/>
    <dgm:cxn modelId="{D198D31C-522D-8D43-8171-97A50B0F8046}" srcId="{CA71A0A3-FC00-434D-90AB-38C87E010F4A}" destId="{1239700C-D188-3B41-816B-DB70CA7A71E8}" srcOrd="3" destOrd="0" parTransId="{32756492-CADE-F346-9E84-1783A8237EE7}" sibTransId="{5B50393B-5EA0-DE4E-B2A2-1C88A32A4E1B}"/>
    <dgm:cxn modelId="{5AED651D-E82F-46EB-BB8F-7A66DF098589}" type="presOf" srcId="{4C812A37-9DA5-486B-AD6F-107BC543B8AC}" destId="{51CD04BF-7366-470E-9B7E-CD0B58A68AAD}" srcOrd="0" destOrd="0" presId="urn:microsoft.com/office/officeart/2005/8/layout/process3"/>
    <dgm:cxn modelId="{D09B3328-F77A-4EF7-8C0E-240DC8F96F9A}" srcId="{C4AA9CF6-799D-4D89-A1F1-BDC14E05E7FF}" destId="{278112F1-E152-4D9B-9CA8-18CE719FDA01}" srcOrd="3" destOrd="0" parTransId="{16143533-FF79-4B20-973E-BC737431A747}" sibTransId="{DC97D115-65DB-4BBB-8E9B-23DDFC774C79}"/>
    <dgm:cxn modelId="{FFA4D230-151F-4038-9ADA-CA09AD95447E}" type="presOf" srcId="{824B3DAA-455E-4C1E-A915-1EB8A4266CA8}" destId="{10AD13DC-E74C-4486-A62F-7A1BBB664642}" srcOrd="1" destOrd="0" presId="urn:microsoft.com/office/officeart/2005/8/layout/process3"/>
    <dgm:cxn modelId="{D30C1F36-6A88-415F-9831-11A29DB7DAA9}" srcId="{C4AA9CF6-799D-4D89-A1F1-BDC14E05E7FF}" destId="{CA71A0A3-FC00-434D-90AB-38C87E010F4A}" srcOrd="0" destOrd="0" parTransId="{64387D1C-717D-4BA7-8695-37B62352936D}" sibTransId="{824B3DAA-455E-4C1E-A915-1EB8A4266CA8}"/>
    <dgm:cxn modelId="{74991938-6AE8-4C82-9B09-F3EA04058403}" srcId="{CA71A0A3-FC00-434D-90AB-38C87E010F4A}" destId="{7B348D35-50A5-4B1D-8B24-26822E3A2B19}" srcOrd="0" destOrd="0" parTransId="{CC927F44-02EC-49BC-AA8B-4947987D6A32}" sibTransId="{65D389DE-DFD5-4084-8729-72D9306D89BA}"/>
    <dgm:cxn modelId="{6F36205F-A77E-4F52-A78D-765E322B4BAB}" type="presOf" srcId="{59A7B2E8-9FD7-4522-9D5E-029A7142E259}" destId="{11A771D5-7481-4F52-8572-AE39831C2DA1}" srcOrd="0" destOrd="0" presId="urn:microsoft.com/office/officeart/2005/8/layout/process3"/>
    <dgm:cxn modelId="{FF871861-0FE9-4A36-B8AF-503359198AE7}" srcId="{306BF6E2-2C6E-421F-B881-6986370B2176}" destId="{AEA16F7C-BF83-4B0C-8532-1FDEAE074880}" srcOrd="2" destOrd="0" parTransId="{971F436F-E9E9-4310-88D5-7787A6F196E0}" sibTransId="{92B40F5C-4A06-4126-99A6-7150C3852A99}"/>
    <dgm:cxn modelId="{F9C27263-CE67-4DD7-8948-E81FC08AB294}" srcId="{306BF6E2-2C6E-421F-B881-6986370B2176}" destId="{4C812A37-9DA5-486B-AD6F-107BC543B8AC}" srcOrd="0" destOrd="0" parTransId="{E6FFFB96-9244-4D74-8A1D-22D81313D2CF}" sibTransId="{DE51237E-4006-4663-BB5D-B5EE1B74D7CA}"/>
    <dgm:cxn modelId="{60812447-1EF3-41E4-9B06-3E5855F3D8E1}" type="presOf" srcId="{2C5D2D2D-AE6C-497A-AE9A-695FE8252F6C}" destId="{2831DAB8-273E-4F5F-989E-22E114B51B69}" srcOrd="0" destOrd="1" presId="urn:microsoft.com/office/officeart/2005/8/layout/process3"/>
    <dgm:cxn modelId="{E9C6A547-DB5C-4788-97F0-91F6DE126D61}" srcId="{306BF6E2-2C6E-421F-B881-6986370B2176}" destId="{7826444F-FC03-4D17-ADCA-66F4F891A42C}" srcOrd="1" destOrd="0" parTransId="{301213A9-6BC2-4B4F-8106-923DF702CB39}" sibTransId="{9528DD00-AB7B-4B2E-B8B1-87E913929B1B}"/>
    <dgm:cxn modelId="{EE49477C-7C83-4C06-B16E-B813BBB320CF}" type="presOf" srcId="{1168012E-ADF4-4D25-B478-7379AFCBE597}" destId="{6BC0815A-1D9D-4B0A-95CD-FC545D83010A}" srcOrd="0" destOrd="0" presId="urn:microsoft.com/office/officeart/2005/8/layout/process3"/>
    <dgm:cxn modelId="{B323A47C-ECA0-4E59-8749-BF5B6A64693E}" type="presOf" srcId="{DF812ADD-5705-4464-9C60-E8B7698973AC}" destId="{3A66995C-AF1B-4C4F-A910-0D05DD20F0DF}" srcOrd="0" destOrd="0" presId="urn:microsoft.com/office/officeart/2005/8/layout/process3"/>
    <dgm:cxn modelId="{48E55580-14B8-4C0C-8FE0-B496BCD0B432}" type="presOf" srcId="{CA71A0A3-FC00-434D-90AB-38C87E010F4A}" destId="{D17242AE-FF86-4653-8CCE-C96E9207FA4A}" srcOrd="1" destOrd="0" presId="urn:microsoft.com/office/officeart/2005/8/layout/process3"/>
    <dgm:cxn modelId="{1240E786-BEB5-4C5B-9E9F-BB0C8736DA16}" type="presOf" srcId="{278112F1-E152-4D9B-9CA8-18CE719FDA01}" destId="{E829ED23-BDC1-4743-9805-9D0D1E5B6F04}" srcOrd="1" destOrd="0" presId="urn:microsoft.com/office/officeart/2005/8/layout/process3"/>
    <dgm:cxn modelId="{89C0298B-001B-4383-BACE-BDF9DBE6D35E}" type="presOf" srcId="{DF812ADD-5705-4464-9C60-E8B7698973AC}" destId="{72A278D7-5E8C-4847-8A66-ED34643B2757}" srcOrd="1" destOrd="0" presId="urn:microsoft.com/office/officeart/2005/8/layout/process3"/>
    <dgm:cxn modelId="{79299A90-62B6-4D68-AAD0-BF50B7656D2B}" srcId="{DF812ADD-5705-4464-9C60-E8B7698973AC}" destId="{0547932D-8EE1-49FE-BA56-33459241885E}" srcOrd="0" destOrd="0" parTransId="{D0DD58BB-4712-4388-8C39-3221ED4827A0}" sibTransId="{CCF4AD49-DD7F-4519-86BB-BE9381223F18}"/>
    <dgm:cxn modelId="{D07DC992-B5D9-4B95-B0EC-6597EBD611D9}" type="presOf" srcId="{306BF6E2-2C6E-421F-B881-6986370B2176}" destId="{8299BFF4-4970-4CAE-B4D1-5C5BA8E71B22}" srcOrd="1" destOrd="0" presId="urn:microsoft.com/office/officeart/2005/8/layout/process3"/>
    <dgm:cxn modelId="{B651D092-1613-46D9-AC1B-4FA929BA7F1B}" srcId="{DF812ADD-5705-4464-9C60-E8B7698973AC}" destId="{7F0BCB19-0B6B-4256-837C-A6A899E94342}" srcOrd="2" destOrd="0" parTransId="{BD721AC4-615D-43E0-989F-54924DBC48F8}" sibTransId="{50515BFC-E072-4AB1-977D-887362FD0344}"/>
    <dgm:cxn modelId="{A28B8FA0-8E1D-4F82-AF4D-F62759518D84}" type="presOf" srcId="{824B3DAA-455E-4C1E-A915-1EB8A4266CA8}" destId="{16A21DFE-373A-4494-98BA-7418B617B698}" srcOrd="0" destOrd="0" presId="urn:microsoft.com/office/officeart/2005/8/layout/process3"/>
    <dgm:cxn modelId="{BF26EEA3-8F2C-44CF-A29B-4A8773668C5E}" type="presOf" srcId="{65AC460E-3000-4C1A-B56E-FACB65CA9BA7}" destId="{5E3DE26F-ACEF-4406-9B1C-16DF14C571E8}" srcOrd="0" destOrd="0" presId="urn:microsoft.com/office/officeart/2005/8/layout/process3"/>
    <dgm:cxn modelId="{92CE64AC-DBDB-4F4F-9366-C13B9D1F54EC}" srcId="{CA71A0A3-FC00-434D-90AB-38C87E010F4A}" destId="{46123F8F-5962-4D7D-9B9C-9B3C258161AD}" srcOrd="1" destOrd="0" parTransId="{8A67F393-7BFE-4D2C-BD2A-ACC5C1B64EA4}" sibTransId="{83AB9BA8-75C9-434C-873B-B5B6670B92DB}"/>
    <dgm:cxn modelId="{2CC9F6B0-5291-4CF3-A769-C9B2369F41E7}" type="presOf" srcId="{7826444F-FC03-4D17-ADCA-66F4F891A42C}" destId="{51CD04BF-7366-470E-9B7E-CD0B58A68AAD}" srcOrd="0" destOrd="1" presId="urn:microsoft.com/office/officeart/2005/8/layout/process3"/>
    <dgm:cxn modelId="{1F4D34B5-AF70-4590-83EB-7545E4DA6B23}" type="presOf" srcId="{9BB82014-324B-4D19-ADFC-6773DE432A3F}" destId="{34113DAE-29FC-4AD0-B97A-51979AC4FE4F}" srcOrd="0" destOrd="2" presId="urn:microsoft.com/office/officeart/2005/8/layout/process3"/>
    <dgm:cxn modelId="{6D8512C0-B62B-7B43-A765-92C7775F7977}" srcId="{CA71A0A3-FC00-434D-90AB-38C87E010F4A}" destId="{421C33F8-8B62-9743-80ED-4DCF6C9BDCFA}" srcOrd="4" destOrd="0" parTransId="{90887862-D04F-534F-B30F-64F67CFF5CC6}" sibTransId="{B14410DB-C2C5-BA4D-8DAB-BD6E6D6959A7}"/>
    <dgm:cxn modelId="{B83B35D3-102D-499B-9D9E-CFDA7A4BF1F7}" type="presOf" srcId="{7B348D35-50A5-4B1D-8B24-26822E3A2B19}" destId="{34113DAE-29FC-4AD0-B97A-51979AC4FE4F}" srcOrd="0" destOrd="0" presId="urn:microsoft.com/office/officeart/2005/8/layout/process3"/>
    <dgm:cxn modelId="{8ABCBED4-5A0F-4CCE-8ED6-3596E77E0193}" type="presOf" srcId="{59A7B2E8-9FD7-4522-9D5E-029A7142E259}" destId="{92F757DF-42C3-4F29-B184-26636223CF6F}" srcOrd="1" destOrd="0" presId="urn:microsoft.com/office/officeart/2005/8/layout/process3"/>
    <dgm:cxn modelId="{0D9387D7-7AFA-4869-B55B-9D27803208C0}" type="presOf" srcId="{278112F1-E152-4D9B-9CA8-18CE719FDA01}" destId="{7977A8C0-59C2-4BE6-A53D-907B8B5C2700}" srcOrd="0" destOrd="0" presId="urn:microsoft.com/office/officeart/2005/8/layout/process3"/>
    <dgm:cxn modelId="{C7FB2BD9-AE0C-4264-8EC3-BCBDD48991C4}" srcId="{CA71A0A3-FC00-434D-90AB-38C87E010F4A}" destId="{9BB82014-324B-4D19-ADFC-6773DE432A3F}" srcOrd="2" destOrd="0" parTransId="{1255E6E5-3A54-48B3-8E2F-256A410E9D92}" sibTransId="{D6E77559-2942-4E91-9A3C-16606939ACAA}"/>
    <dgm:cxn modelId="{59CA38DB-37A1-45BD-B228-BA484844647F}" type="presOf" srcId="{0547932D-8EE1-49FE-BA56-33459241885E}" destId="{2831DAB8-273E-4F5F-989E-22E114B51B69}" srcOrd="0" destOrd="0" presId="urn:microsoft.com/office/officeart/2005/8/layout/process3"/>
    <dgm:cxn modelId="{0B5757DC-4E3F-43EB-9A3D-21C949351B95}" type="presOf" srcId="{1168012E-ADF4-4D25-B478-7379AFCBE597}" destId="{25CB2BD6-CC4B-4C1E-AB20-8FF14DBFE86D}" srcOrd="1" destOrd="0" presId="urn:microsoft.com/office/officeart/2005/8/layout/process3"/>
    <dgm:cxn modelId="{B91A3CDD-88CB-4AA9-984F-27A5CDD56569}" type="presOf" srcId="{C4AA9CF6-799D-4D89-A1F1-BDC14E05E7FF}" destId="{35EA8A4D-BC9D-4B49-9472-637FB49E16DB}" srcOrd="0" destOrd="0" presId="urn:microsoft.com/office/officeart/2005/8/layout/process3"/>
    <dgm:cxn modelId="{F761FFEC-0BCE-4FF8-BA8E-A16498277B1F}" srcId="{DF812ADD-5705-4464-9C60-E8B7698973AC}" destId="{2C5D2D2D-AE6C-497A-AE9A-695FE8252F6C}" srcOrd="1" destOrd="0" parTransId="{CC699C3F-CF30-4106-AEF2-DCE10276D6BE}" sibTransId="{A4C4176D-10E6-4A78-960C-D44E798FA3F4}"/>
    <dgm:cxn modelId="{F995A6EE-BD5E-470F-BA82-9E33C66B2512}" type="presOf" srcId="{AEA16F7C-BF83-4B0C-8532-1FDEAE074880}" destId="{51CD04BF-7366-470E-9B7E-CD0B58A68AAD}" srcOrd="0" destOrd="2" presId="urn:microsoft.com/office/officeart/2005/8/layout/process3"/>
    <dgm:cxn modelId="{8FE528F5-9D4C-41A0-91B1-3E44D138C41E}" type="presOf" srcId="{306BF6E2-2C6E-421F-B881-6986370B2176}" destId="{4125F78F-61D7-4F87-88E4-A6A26F50091B}" srcOrd="0" destOrd="0" presId="urn:microsoft.com/office/officeart/2005/8/layout/process3"/>
    <dgm:cxn modelId="{969437F6-0AB9-488C-BFA9-FC36FE6436DE}" srcId="{278112F1-E152-4D9B-9CA8-18CE719FDA01}" destId="{65AC460E-3000-4C1A-B56E-FACB65CA9BA7}" srcOrd="0" destOrd="0" parTransId="{3E89AAF9-46D2-484D-8B20-98F71FA029A6}" sibTransId="{DF6BB3D7-C8C3-41C1-9E1E-596FE6442842}"/>
    <dgm:cxn modelId="{D3CEACF7-CA12-4B69-A7EE-94CC4FF4AA3A}" type="presOf" srcId="{7F0BCB19-0B6B-4256-837C-A6A899E94342}" destId="{2831DAB8-273E-4F5F-989E-22E114B51B69}" srcOrd="0" destOrd="2" presId="urn:microsoft.com/office/officeart/2005/8/layout/process3"/>
    <dgm:cxn modelId="{88BAD7D2-AB06-4DE2-9767-A9B684E31E44}" type="presParOf" srcId="{35EA8A4D-BC9D-4B49-9472-637FB49E16DB}" destId="{6EC82C58-FCF5-471E-817E-7C07E2A7AB9C}" srcOrd="0" destOrd="0" presId="urn:microsoft.com/office/officeart/2005/8/layout/process3"/>
    <dgm:cxn modelId="{C769F5B7-A41C-4D07-87FC-1F4D5EFAEC4A}" type="presParOf" srcId="{6EC82C58-FCF5-471E-817E-7C07E2A7AB9C}" destId="{7EB03FF2-C2D9-49C6-9E45-958358D923CC}" srcOrd="0" destOrd="0" presId="urn:microsoft.com/office/officeart/2005/8/layout/process3"/>
    <dgm:cxn modelId="{31D8D2E6-E264-4783-AC00-EFDE051B7D9F}" type="presParOf" srcId="{6EC82C58-FCF5-471E-817E-7C07E2A7AB9C}" destId="{D17242AE-FF86-4653-8CCE-C96E9207FA4A}" srcOrd="1" destOrd="0" presId="urn:microsoft.com/office/officeart/2005/8/layout/process3"/>
    <dgm:cxn modelId="{D4DBC08E-9ED3-4278-8F6E-4800E8B56EAC}" type="presParOf" srcId="{6EC82C58-FCF5-471E-817E-7C07E2A7AB9C}" destId="{34113DAE-29FC-4AD0-B97A-51979AC4FE4F}" srcOrd="2" destOrd="0" presId="urn:microsoft.com/office/officeart/2005/8/layout/process3"/>
    <dgm:cxn modelId="{88A66A21-EF74-47BB-8950-22E1AE330DB8}" type="presParOf" srcId="{35EA8A4D-BC9D-4B49-9472-637FB49E16DB}" destId="{16A21DFE-373A-4494-98BA-7418B617B698}" srcOrd="1" destOrd="0" presId="urn:microsoft.com/office/officeart/2005/8/layout/process3"/>
    <dgm:cxn modelId="{02DBDDB6-3E63-467D-9BEC-408D23413D4A}" type="presParOf" srcId="{16A21DFE-373A-4494-98BA-7418B617B698}" destId="{10AD13DC-E74C-4486-A62F-7A1BBB664642}" srcOrd="0" destOrd="0" presId="urn:microsoft.com/office/officeart/2005/8/layout/process3"/>
    <dgm:cxn modelId="{6D3CDBAF-522E-410F-8AC0-F1E6B686FAE7}" type="presParOf" srcId="{35EA8A4D-BC9D-4B49-9472-637FB49E16DB}" destId="{3EF053F9-21BC-4129-854E-CC34F321589F}" srcOrd="2" destOrd="0" presId="urn:microsoft.com/office/officeart/2005/8/layout/process3"/>
    <dgm:cxn modelId="{33C4B6B4-6D25-40C5-B9E6-780A3D35491D}" type="presParOf" srcId="{3EF053F9-21BC-4129-854E-CC34F321589F}" destId="{3A66995C-AF1B-4C4F-A910-0D05DD20F0DF}" srcOrd="0" destOrd="0" presId="urn:microsoft.com/office/officeart/2005/8/layout/process3"/>
    <dgm:cxn modelId="{D70696E3-26B8-4D32-95E7-1DDC558501EC}" type="presParOf" srcId="{3EF053F9-21BC-4129-854E-CC34F321589F}" destId="{72A278D7-5E8C-4847-8A66-ED34643B2757}" srcOrd="1" destOrd="0" presId="urn:microsoft.com/office/officeart/2005/8/layout/process3"/>
    <dgm:cxn modelId="{8A15BDA2-00BA-4547-90A0-16D968426CC5}" type="presParOf" srcId="{3EF053F9-21BC-4129-854E-CC34F321589F}" destId="{2831DAB8-273E-4F5F-989E-22E114B51B69}" srcOrd="2" destOrd="0" presId="urn:microsoft.com/office/officeart/2005/8/layout/process3"/>
    <dgm:cxn modelId="{D52DAC9F-71DA-40F3-8999-7391480DC896}" type="presParOf" srcId="{35EA8A4D-BC9D-4B49-9472-637FB49E16DB}" destId="{11A771D5-7481-4F52-8572-AE39831C2DA1}" srcOrd="3" destOrd="0" presId="urn:microsoft.com/office/officeart/2005/8/layout/process3"/>
    <dgm:cxn modelId="{9FBA04F8-621B-4C4D-AA50-39A391D2B4E2}" type="presParOf" srcId="{11A771D5-7481-4F52-8572-AE39831C2DA1}" destId="{92F757DF-42C3-4F29-B184-26636223CF6F}" srcOrd="0" destOrd="0" presId="urn:microsoft.com/office/officeart/2005/8/layout/process3"/>
    <dgm:cxn modelId="{97806904-5345-4343-A909-05DA4F2C2074}" type="presParOf" srcId="{35EA8A4D-BC9D-4B49-9472-637FB49E16DB}" destId="{B3DB9D9D-29C9-4E2B-94E0-45F4D3487090}" srcOrd="4" destOrd="0" presId="urn:microsoft.com/office/officeart/2005/8/layout/process3"/>
    <dgm:cxn modelId="{2DFFBB92-3AEB-442A-A2AB-81DFAFC8EF4F}" type="presParOf" srcId="{B3DB9D9D-29C9-4E2B-94E0-45F4D3487090}" destId="{4125F78F-61D7-4F87-88E4-A6A26F50091B}" srcOrd="0" destOrd="0" presId="urn:microsoft.com/office/officeart/2005/8/layout/process3"/>
    <dgm:cxn modelId="{64C7CA4B-45AD-4574-AE0B-9F768DCCB122}" type="presParOf" srcId="{B3DB9D9D-29C9-4E2B-94E0-45F4D3487090}" destId="{8299BFF4-4970-4CAE-B4D1-5C5BA8E71B22}" srcOrd="1" destOrd="0" presId="urn:microsoft.com/office/officeart/2005/8/layout/process3"/>
    <dgm:cxn modelId="{7AE8300B-AF08-419F-AA19-35B079F2C3C9}" type="presParOf" srcId="{B3DB9D9D-29C9-4E2B-94E0-45F4D3487090}" destId="{51CD04BF-7366-470E-9B7E-CD0B58A68AAD}" srcOrd="2" destOrd="0" presId="urn:microsoft.com/office/officeart/2005/8/layout/process3"/>
    <dgm:cxn modelId="{909B697B-AABD-478A-A65B-358A7727E1C9}" type="presParOf" srcId="{35EA8A4D-BC9D-4B49-9472-637FB49E16DB}" destId="{6BC0815A-1D9D-4B0A-95CD-FC545D83010A}" srcOrd="5" destOrd="0" presId="urn:microsoft.com/office/officeart/2005/8/layout/process3"/>
    <dgm:cxn modelId="{D1673614-1DC1-4700-96BA-17AC7DFE7131}" type="presParOf" srcId="{6BC0815A-1D9D-4B0A-95CD-FC545D83010A}" destId="{25CB2BD6-CC4B-4C1E-AB20-8FF14DBFE86D}" srcOrd="0" destOrd="0" presId="urn:microsoft.com/office/officeart/2005/8/layout/process3"/>
    <dgm:cxn modelId="{19E9E1A7-DA52-4B3A-A40C-954D6295C35E}" type="presParOf" srcId="{35EA8A4D-BC9D-4B49-9472-637FB49E16DB}" destId="{ED819B4E-81C7-4C49-9746-E11BC15482B9}" srcOrd="6" destOrd="0" presId="urn:microsoft.com/office/officeart/2005/8/layout/process3"/>
    <dgm:cxn modelId="{C97DD53E-4C84-49DA-85CE-31C383D22B28}" type="presParOf" srcId="{ED819B4E-81C7-4C49-9746-E11BC15482B9}" destId="{7977A8C0-59C2-4BE6-A53D-907B8B5C2700}" srcOrd="0" destOrd="0" presId="urn:microsoft.com/office/officeart/2005/8/layout/process3"/>
    <dgm:cxn modelId="{9A3D2BA4-961C-41B2-9A26-F83DAC80A5DD}" type="presParOf" srcId="{ED819B4E-81C7-4C49-9746-E11BC15482B9}" destId="{E829ED23-BDC1-4743-9805-9D0D1E5B6F04}" srcOrd="1" destOrd="0" presId="urn:microsoft.com/office/officeart/2005/8/layout/process3"/>
    <dgm:cxn modelId="{F969B148-48F5-499E-92C5-6E5102E05987}" type="presParOf" srcId="{ED819B4E-81C7-4C49-9746-E11BC15482B9}" destId="{5E3DE26F-ACEF-4406-9B1C-16DF14C571E8}"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61E193-BD3A-435C-8F18-A8CACDD05D9D}" type="doc">
      <dgm:prSet loTypeId="urn:microsoft.com/office/officeart/2005/8/layout/vList2" loCatId="list" qsTypeId="urn:microsoft.com/office/officeart/2005/8/quickstyle/3d4" qsCatId="3D" csTypeId="urn:microsoft.com/office/officeart/2005/8/colors/accent0_3" csCatId="mainScheme" phldr="1"/>
      <dgm:spPr/>
      <dgm:t>
        <a:bodyPr/>
        <a:lstStyle/>
        <a:p>
          <a:endParaRPr lang="en-IN"/>
        </a:p>
      </dgm:t>
    </dgm:pt>
    <dgm:pt modelId="{45CC090C-7EE8-4A36-94B1-86AE953B059A}" type="pres">
      <dgm:prSet presAssocID="{EE61E193-BD3A-435C-8F18-A8CACDD05D9D}" presName="linear" presStyleCnt="0">
        <dgm:presLayoutVars>
          <dgm:animLvl val="lvl"/>
          <dgm:resizeHandles val="exact"/>
        </dgm:presLayoutVars>
      </dgm:prSet>
      <dgm:spPr/>
    </dgm:pt>
  </dgm:ptLst>
  <dgm:cxnLst>
    <dgm:cxn modelId="{29256837-6FB2-4F6A-9D4B-BD6740F7C1F3}" type="presOf" srcId="{EE61E193-BD3A-435C-8F18-A8CACDD05D9D}" destId="{45CC090C-7EE8-4A36-94B1-86AE953B059A}"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7242AE-FF86-4653-8CCE-C96E9207FA4A}">
      <dsp:nvSpPr>
        <dsp:cNvPr id="0" name=""/>
        <dsp:cNvSpPr/>
      </dsp:nvSpPr>
      <dsp:spPr>
        <a:xfrm>
          <a:off x="1556"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rtl="0">
            <a:lnSpc>
              <a:spcPct val="90000"/>
            </a:lnSpc>
            <a:spcBef>
              <a:spcPct val="0"/>
            </a:spcBef>
            <a:spcAft>
              <a:spcPct val="35000"/>
            </a:spcAft>
            <a:buNone/>
          </a:pPr>
          <a:r>
            <a:rPr lang="en-IN" sz="1600" b="1" kern="1200">
              <a:latin typeface="Avenir Next LT Pro"/>
            </a:rPr>
            <a:t>END USER/HCPS</a:t>
          </a:r>
        </a:p>
      </dsp:txBody>
      <dsp:txXfrm>
        <a:off x="1556" y="94984"/>
        <a:ext cx="1956083" cy="756049"/>
      </dsp:txXfrm>
    </dsp:sp>
    <dsp:sp modelId="{34113DAE-29FC-4AD0-B97A-51979AC4FE4F}">
      <dsp:nvSpPr>
        <dsp:cNvPr id="0" name=""/>
        <dsp:cNvSpPr/>
      </dsp:nvSpPr>
      <dsp:spPr>
        <a:xfrm>
          <a:off x="402200"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en-IN" sz="1600" b="0" kern="1200">
              <a:latin typeface="Avenir Next LT Pro"/>
            </a:rPr>
            <a:t>CHW</a:t>
          </a:r>
        </a:p>
        <a:p>
          <a:pPr marL="171450" lvl="1" indent="-171450" algn="l" defTabSz="711200" rtl="0">
            <a:lnSpc>
              <a:spcPct val="90000"/>
            </a:lnSpc>
            <a:spcBef>
              <a:spcPct val="0"/>
            </a:spcBef>
            <a:spcAft>
              <a:spcPct val="15000"/>
            </a:spcAft>
            <a:buChar char="•"/>
          </a:pPr>
          <a:r>
            <a:rPr lang="en-IN" sz="1600" b="0" kern="1200">
              <a:latin typeface="Avenir Next LT Pro"/>
            </a:rPr>
            <a:t>Peer Supervisor</a:t>
          </a:r>
        </a:p>
        <a:p>
          <a:pPr marL="171450" lvl="1" indent="-171450" algn="l" defTabSz="711200">
            <a:lnSpc>
              <a:spcPct val="90000"/>
            </a:lnSpc>
            <a:spcBef>
              <a:spcPct val="0"/>
            </a:spcBef>
            <a:spcAft>
              <a:spcPct val="15000"/>
            </a:spcAft>
            <a:buChar char="•"/>
          </a:pPr>
          <a:r>
            <a:rPr lang="en-IN" sz="1600" b="0" kern="1200">
              <a:latin typeface="Avenir Next LT Pro"/>
            </a:rPr>
            <a:t>CHC Staff</a:t>
          </a:r>
        </a:p>
        <a:p>
          <a:pPr marL="171450" lvl="1" indent="-171450" algn="l" defTabSz="711200">
            <a:lnSpc>
              <a:spcPct val="90000"/>
            </a:lnSpc>
            <a:spcBef>
              <a:spcPct val="0"/>
            </a:spcBef>
            <a:spcAft>
              <a:spcPct val="15000"/>
            </a:spcAft>
            <a:buChar char="•"/>
          </a:pPr>
          <a:r>
            <a:rPr lang="en-IN" sz="1600" b="0" kern="1200">
              <a:latin typeface="Avenir Next LT Pro"/>
            </a:rPr>
            <a:t>CHP Staff</a:t>
          </a:r>
        </a:p>
        <a:p>
          <a:pPr marL="171450" lvl="1" indent="-171450" algn="l" defTabSz="711200">
            <a:lnSpc>
              <a:spcPct val="90000"/>
            </a:lnSpc>
            <a:spcBef>
              <a:spcPct val="0"/>
            </a:spcBef>
            <a:spcAft>
              <a:spcPct val="15000"/>
            </a:spcAft>
            <a:buChar char="•"/>
          </a:pPr>
          <a:r>
            <a:rPr lang="en-IN" sz="1600" b="0" kern="1200">
              <a:latin typeface="Avenir Next LT Pro"/>
            </a:rPr>
            <a:t>MCHP Staff</a:t>
          </a:r>
        </a:p>
      </dsp:txBody>
      <dsp:txXfrm>
        <a:off x="454393" y="903227"/>
        <a:ext cx="1851697" cy="1677614"/>
      </dsp:txXfrm>
    </dsp:sp>
    <dsp:sp modelId="{16A21DFE-373A-4494-98BA-7418B617B698}">
      <dsp:nvSpPr>
        <dsp:cNvPr id="0" name=""/>
        <dsp:cNvSpPr/>
      </dsp:nvSpPr>
      <dsp:spPr>
        <a:xfrm>
          <a:off x="2254174"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254174" y="326907"/>
        <a:ext cx="482552" cy="292204"/>
      </dsp:txXfrm>
    </dsp:sp>
    <dsp:sp modelId="{72A278D7-5E8C-4847-8A66-ED34643B2757}">
      <dsp:nvSpPr>
        <dsp:cNvPr id="0" name=""/>
        <dsp:cNvSpPr/>
      </dsp:nvSpPr>
      <dsp:spPr>
        <a:xfrm>
          <a:off x="3143780"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IN" sz="1600" b="1" kern="1200">
              <a:latin typeface="Avenir Next LT Pro"/>
            </a:rPr>
            <a:t>LEVEL#1</a:t>
          </a:r>
          <a:endParaRPr lang="en-IN" sz="1600" kern="1200"/>
        </a:p>
        <a:p>
          <a:pPr marL="0" lvl="0" indent="0" algn="l" defTabSz="711200">
            <a:lnSpc>
              <a:spcPct val="90000"/>
            </a:lnSpc>
            <a:spcBef>
              <a:spcPct val="0"/>
            </a:spcBef>
            <a:spcAft>
              <a:spcPct val="35000"/>
            </a:spcAft>
            <a:buNone/>
          </a:pPr>
          <a:r>
            <a:rPr lang="en-IN" sz="1100" kern="1200">
              <a:latin typeface="Avenir Next LT Pro"/>
            </a:rPr>
            <a:t>RESOLVING GROUP</a:t>
          </a:r>
        </a:p>
      </dsp:txBody>
      <dsp:txXfrm>
        <a:off x="3143780" y="94984"/>
        <a:ext cx="1956083" cy="756049"/>
      </dsp:txXfrm>
    </dsp:sp>
    <dsp:sp modelId="{2831DAB8-273E-4F5F-989E-22E114B51B69}">
      <dsp:nvSpPr>
        <dsp:cNvPr id="0" name=""/>
        <dsp:cNvSpPr/>
      </dsp:nvSpPr>
      <dsp:spPr>
        <a:xfrm>
          <a:off x="3544423" y="851034"/>
          <a:ext cx="1956083" cy="1782000"/>
        </a:xfrm>
        <a:prstGeom prst="roundRect">
          <a:avLst>
            <a:gd name="adj" fmla="val 10000"/>
          </a:avLst>
        </a:prstGeom>
        <a:solidFill>
          <a:srgbClr val="FFFFFF">
            <a:alpha val="90000"/>
            <a:hueOff val="0"/>
            <a:satOff val="0"/>
            <a:lumOff val="0"/>
            <a:alphaOff val="0"/>
          </a:srgbClr>
        </a:solidFill>
        <a:ln w="12700" cap="flat" cmpd="sng" algn="ctr">
          <a:solidFill>
            <a:srgbClr val="2414BE">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Chiefdom Supervisors </a:t>
          </a:r>
        </a:p>
        <a:p>
          <a:pPr marL="114300" lvl="1" indent="-114300" algn="l" defTabSz="533400" rtl="0">
            <a:lnSpc>
              <a:spcPct val="90000"/>
            </a:lnSpc>
            <a:spcBef>
              <a:spcPct val="0"/>
            </a:spcBef>
            <a:spcAft>
              <a:spcPct val="15000"/>
            </a:spcAft>
            <a:buChar char="•"/>
          </a:pPr>
          <a:r>
            <a:rPr lang="en-IN" sz="1400" kern="1200">
              <a:solidFill>
                <a:srgbClr val="000000">
                  <a:hueOff val="0"/>
                  <a:satOff val="0"/>
                  <a:lumOff val="0"/>
                  <a:alphaOff val="0"/>
                </a:srgbClr>
              </a:solidFill>
              <a:latin typeface="Avenir Next LT Pro"/>
              <a:ea typeface="+mn-ea"/>
              <a:cs typeface="+mn-cs"/>
            </a:rPr>
            <a:t>District ICT</a:t>
          </a:r>
        </a:p>
        <a:p>
          <a:pPr marL="114300" lvl="1" indent="-114300" algn="l" defTabSz="622300" rtl="0">
            <a:lnSpc>
              <a:spcPct val="90000"/>
            </a:lnSpc>
            <a:spcBef>
              <a:spcPct val="0"/>
            </a:spcBef>
            <a:spcAft>
              <a:spcPct val="15000"/>
            </a:spcAft>
            <a:buChar char="•"/>
          </a:pPr>
          <a:r>
            <a:rPr lang="en-US" sz="1400" b="0" kern="1200">
              <a:solidFill>
                <a:srgbClr val="000000">
                  <a:hueOff val="0"/>
                  <a:satOff val="0"/>
                  <a:lumOff val="0"/>
                  <a:alphaOff val="0"/>
                </a:srgbClr>
              </a:solidFill>
              <a:latin typeface="Avenir Next LT Pro"/>
              <a:ea typeface="+mn-ea"/>
              <a:cs typeface="+mn-cs"/>
            </a:rPr>
            <a:t> </a:t>
          </a:r>
          <a:r>
            <a:rPr lang="en-US" sz="1400" b="0" kern="1200" err="1">
              <a:solidFill>
                <a:srgbClr val="000000">
                  <a:hueOff val="0"/>
                  <a:satOff val="0"/>
                  <a:lumOff val="0"/>
                  <a:alphaOff val="0"/>
                </a:srgbClr>
              </a:solidFill>
              <a:latin typeface="Avenir Next LT Pro"/>
              <a:ea typeface="+mn-ea"/>
              <a:cs typeface="+mn-cs"/>
            </a:rPr>
            <a:t>ToTs</a:t>
          </a:r>
        </a:p>
      </dsp:txBody>
      <dsp:txXfrm>
        <a:off x="3596616" y="903227"/>
        <a:ext cx="1851697" cy="1677614"/>
      </dsp:txXfrm>
    </dsp:sp>
    <dsp:sp modelId="{11A771D5-7481-4F52-8572-AE39831C2DA1}">
      <dsp:nvSpPr>
        <dsp:cNvPr id="0" name=""/>
        <dsp:cNvSpPr/>
      </dsp:nvSpPr>
      <dsp:spPr>
        <a:xfrm>
          <a:off x="5396398"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latin typeface="Avenir Next LT Pro" panose="020B0504020202020204" pitchFamily="34" charset="0"/>
          </a:endParaRPr>
        </a:p>
      </dsp:txBody>
      <dsp:txXfrm>
        <a:off x="5396398" y="326907"/>
        <a:ext cx="482552" cy="292204"/>
      </dsp:txXfrm>
    </dsp:sp>
    <dsp:sp modelId="{8299BFF4-4970-4CAE-B4D1-5C5BA8E71B22}">
      <dsp:nvSpPr>
        <dsp:cNvPr id="0" name=""/>
        <dsp:cNvSpPr/>
      </dsp:nvSpPr>
      <dsp:spPr>
        <a:xfrm>
          <a:off x="6286004"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100000"/>
            </a:lnSpc>
            <a:spcBef>
              <a:spcPct val="0"/>
            </a:spcBef>
            <a:spcAft>
              <a:spcPct val="35000"/>
            </a:spcAft>
            <a:buNone/>
          </a:pPr>
          <a:r>
            <a:rPr lang="en-IN" sz="1600" b="1" kern="1200">
              <a:latin typeface="Avenir Next LT Pro"/>
            </a:rPr>
            <a:t>LEVEL#2</a:t>
          </a:r>
          <a:endParaRPr lang="en-IN" sz="1600" kern="1200">
            <a:latin typeface="Avenir Next LT Pro"/>
          </a:endParaRPr>
        </a:p>
        <a:p>
          <a:pPr marL="0" lvl="0" indent="0" algn="l" defTabSz="711200">
            <a:spcBef>
              <a:spcPct val="0"/>
            </a:spcBef>
            <a:spcAft>
              <a:spcPct val="35000"/>
            </a:spcAft>
            <a:buNone/>
          </a:pPr>
          <a:r>
            <a:rPr lang="en-IN" sz="1600" kern="1200">
              <a:latin typeface="Avenir Next LT Pro"/>
            </a:rPr>
            <a:t>CHAMPIONS</a:t>
          </a:r>
          <a:endParaRPr lang="en-US" sz="1600" kern="1200"/>
        </a:p>
      </dsp:txBody>
      <dsp:txXfrm>
        <a:off x="6286004" y="94984"/>
        <a:ext cx="1956083" cy="756049"/>
      </dsp:txXfrm>
    </dsp:sp>
    <dsp:sp modelId="{51CD04BF-7366-470E-9B7E-CD0B58A68AAD}">
      <dsp:nvSpPr>
        <dsp:cNvPr id="0" name=""/>
        <dsp:cNvSpPr/>
      </dsp:nvSpPr>
      <dsp:spPr>
        <a:xfrm>
          <a:off x="6686647"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rtl="0">
            <a:lnSpc>
              <a:spcPct val="90000"/>
            </a:lnSpc>
            <a:spcBef>
              <a:spcPct val="0"/>
            </a:spcBef>
            <a:spcAft>
              <a:spcPct val="15000"/>
            </a:spcAft>
            <a:buChar char="•"/>
          </a:pPr>
          <a:r>
            <a:rPr lang="en-IN" sz="1600" kern="1200">
              <a:latin typeface="Avenir Next LT Pro"/>
            </a:rPr>
            <a:t>LABS Capacity building champions</a:t>
          </a:r>
          <a:endParaRPr lang="en-IN" sz="1600" kern="1200">
            <a:highlight>
              <a:srgbClr val="FFFF00"/>
            </a:highlight>
            <a:latin typeface="Avenir Next LT Pro"/>
          </a:endParaRPr>
        </a:p>
        <a:p>
          <a:pPr marL="171450" lvl="1" indent="-171450" algn="l" defTabSz="711200">
            <a:lnSpc>
              <a:spcPct val="90000"/>
            </a:lnSpc>
            <a:spcBef>
              <a:spcPct val="0"/>
            </a:spcBef>
            <a:spcAft>
              <a:spcPct val="15000"/>
            </a:spcAft>
            <a:buChar char="•"/>
          </a:pPr>
          <a:r>
            <a:rPr lang="en-US" sz="1600" b="0" kern="1200">
              <a:latin typeface="Avenir Next LT Pro"/>
            </a:rPr>
            <a:t>LABS Ops Leads</a:t>
          </a:r>
          <a:endParaRPr lang="en-IN" sz="1600" b="0" kern="1200">
            <a:latin typeface="Avenir Next LT Pro"/>
          </a:endParaRPr>
        </a:p>
        <a:p>
          <a:pPr marL="171450" lvl="1" indent="-171450" algn="l" defTabSz="711200" rtl="0">
            <a:lnSpc>
              <a:spcPct val="90000"/>
            </a:lnSpc>
            <a:spcBef>
              <a:spcPct val="0"/>
            </a:spcBef>
            <a:spcAft>
              <a:spcPct val="15000"/>
            </a:spcAft>
            <a:buChar char="•"/>
          </a:pPr>
          <a:r>
            <a:rPr lang="en-IN" sz="1600" kern="1200">
              <a:latin typeface="Avenir Next LT Pro"/>
            </a:rPr>
            <a:t> Regional ICT</a:t>
          </a:r>
          <a:endParaRPr lang="en-IN" sz="1600" kern="1200">
            <a:latin typeface="Avenir Next LT Pro" panose="020B0504020202020204" pitchFamily="34" charset="0"/>
          </a:endParaRPr>
        </a:p>
      </dsp:txBody>
      <dsp:txXfrm>
        <a:off x="6738840" y="903227"/>
        <a:ext cx="1851697" cy="1677614"/>
      </dsp:txXfrm>
    </dsp:sp>
    <dsp:sp modelId="{6BC0815A-1D9D-4B0A-95CD-FC545D83010A}">
      <dsp:nvSpPr>
        <dsp:cNvPr id="0" name=""/>
        <dsp:cNvSpPr/>
      </dsp:nvSpPr>
      <dsp:spPr>
        <a:xfrm>
          <a:off x="8538622" y="229505"/>
          <a:ext cx="628654" cy="487008"/>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538622" y="326907"/>
        <a:ext cx="482552" cy="292204"/>
      </dsp:txXfrm>
    </dsp:sp>
    <dsp:sp modelId="{E829ED23-BDC1-4743-9805-9D0D1E5B6F04}">
      <dsp:nvSpPr>
        <dsp:cNvPr id="0" name=""/>
        <dsp:cNvSpPr/>
      </dsp:nvSpPr>
      <dsp:spPr>
        <a:xfrm>
          <a:off x="9428227" y="94984"/>
          <a:ext cx="1956083" cy="113407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rtl="0">
            <a:lnSpc>
              <a:spcPct val="90000"/>
            </a:lnSpc>
            <a:spcBef>
              <a:spcPct val="0"/>
            </a:spcBef>
            <a:spcAft>
              <a:spcPct val="35000"/>
            </a:spcAft>
            <a:buNone/>
          </a:pPr>
          <a:r>
            <a:rPr lang="en-IN" sz="1600" b="1" kern="1200">
              <a:latin typeface="Avenir Next LT Pro"/>
            </a:rPr>
            <a:t>Medtronic LABS Support</a:t>
          </a:r>
          <a:endParaRPr lang="en-IN" sz="1100" kern="1200">
            <a:latin typeface="Avenir Next LT Pro"/>
          </a:endParaRPr>
        </a:p>
      </dsp:txBody>
      <dsp:txXfrm>
        <a:off x="9428227" y="94984"/>
        <a:ext cx="1956083" cy="756049"/>
      </dsp:txXfrm>
    </dsp:sp>
    <dsp:sp modelId="{5E3DE26F-ACEF-4406-9B1C-16DF14C571E8}">
      <dsp:nvSpPr>
        <dsp:cNvPr id="0" name=""/>
        <dsp:cNvSpPr/>
      </dsp:nvSpPr>
      <dsp:spPr>
        <a:xfrm>
          <a:off x="9828871" y="851034"/>
          <a:ext cx="1956083" cy="1782000"/>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rtl="0">
            <a:lnSpc>
              <a:spcPct val="90000"/>
            </a:lnSpc>
            <a:spcBef>
              <a:spcPct val="0"/>
            </a:spcBef>
            <a:spcAft>
              <a:spcPct val="15000"/>
            </a:spcAft>
            <a:buChar char="•"/>
          </a:pPr>
          <a:r>
            <a:rPr lang="en-IN" sz="1600" kern="1200">
              <a:latin typeface="Avenir Next LT Pro"/>
            </a:rPr>
            <a:t>Mixed expertise based on issue raised</a:t>
          </a:r>
        </a:p>
      </dsp:txBody>
      <dsp:txXfrm>
        <a:off x="9881064" y="903227"/>
        <a:ext cx="1851697" cy="16776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E6E88-8B9D-47F2-8C85-9393DF80EFB5}" type="datetimeFigureOut">
              <a:rPr lang="en-IN" smtClean="0"/>
              <a:t>20-10-2025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9DFDF-9BCB-492A-BC85-CF3309B5F87E}" type="slidenum">
              <a:rPr lang="en-IN" smtClean="0"/>
              <a:t>‹#›</a:t>
            </a:fld>
            <a:endParaRPr lang="en-IN"/>
          </a:p>
        </p:txBody>
      </p:sp>
    </p:spTree>
    <p:extLst>
      <p:ext uri="{BB962C8B-B14F-4D97-AF65-F5344CB8AC3E}">
        <p14:creationId xmlns:p14="http://schemas.microsoft.com/office/powerpoint/2010/main" val="2950264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E9DFDF-9BCB-492A-BC85-CF3309B5F87E}" type="slidenum">
              <a:rPr lang="en-IN" smtClean="0"/>
              <a:t>1</a:t>
            </a:fld>
            <a:endParaRPr lang="en-IN"/>
          </a:p>
        </p:txBody>
      </p:sp>
    </p:spTree>
    <p:extLst>
      <p:ext uri="{BB962C8B-B14F-4D97-AF65-F5344CB8AC3E}">
        <p14:creationId xmlns:p14="http://schemas.microsoft.com/office/powerpoint/2010/main" val="3683557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This slide breaks down the scope of work for the comEMR Support Team across four levels. </a:t>
            </a:r>
          </a:p>
          <a:p>
            <a:pPr marL="171450" indent="-171450">
              <a:buFont typeface="Arial" panose="020B0604020202020204" pitchFamily="34" charset="0"/>
              <a:buChar char="•"/>
            </a:pPr>
            <a:r>
              <a:rPr lang="en-US" dirty="0"/>
              <a:t>Begin with Level 1, which is the first line of support dealing with user account issues, basic data logic queries, and initial troubleshooting. </a:t>
            </a:r>
          </a:p>
          <a:p>
            <a:pPr marL="171450" indent="-171450">
              <a:buFont typeface="Arial" panose="020B0604020202020204" pitchFamily="34" charset="0"/>
              <a:buChar char="•"/>
            </a:pPr>
            <a:r>
              <a:rPr lang="en-US" dirty="0"/>
              <a:t>Level 2 takes over escalated tickets, managing user and facility accounts, and more advanced troubleshooting. </a:t>
            </a:r>
          </a:p>
          <a:p>
            <a:pPr marL="171450" indent="-171450">
              <a:buFont typeface="Arial" panose="020B0604020202020204" pitchFamily="34" charset="0"/>
              <a:buChar char="•"/>
            </a:pPr>
            <a:r>
              <a:rPr lang="en-US" dirty="0"/>
              <a:t>Level 3 involves the global tech and design teams that handle escalated issues, manage device and app prioritization, SMS portal administration and oversee new feature rollouts. </a:t>
            </a:r>
          </a:p>
          <a:p>
            <a:pPr marL="171450" indent="-171450">
              <a:buFont typeface="Arial" panose="020B0604020202020204" pitchFamily="34" charset="0"/>
              <a:buChar char="•"/>
            </a:pPr>
            <a:r>
              <a:rPr lang="en-US" dirty="0"/>
              <a:t>Finally, Level 4 encompasses the development team, data scientists, and product managers who work on escalated issues from Level 3, handle the SPICE app releases, and are responsible for training and development. Emphasize the importance of each level's distinct roles and the collaborative effort to provide comprehensive support for SPICE users</a:t>
            </a:r>
            <a:endParaRPr lang="en-IN" dirty="0"/>
          </a:p>
        </p:txBody>
      </p:sp>
      <p:sp>
        <p:nvSpPr>
          <p:cNvPr id="4" name="Slide Number Placeholder 3"/>
          <p:cNvSpPr>
            <a:spLocks noGrp="1"/>
          </p:cNvSpPr>
          <p:nvPr>
            <p:ph type="sldNum" sz="quarter" idx="5"/>
          </p:nvPr>
        </p:nvSpPr>
        <p:spPr/>
        <p:txBody>
          <a:bodyPr/>
          <a:lstStyle/>
          <a:p>
            <a:fld id="{35E9DFDF-9BCB-492A-BC85-CF3309B5F87E}" type="slidenum">
              <a:rPr lang="en-IN" smtClean="0"/>
              <a:t>2</a:t>
            </a:fld>
            <a:endParaRPr lang="en-IN"/>
          </a:p>
        </p:txBody>
      </p:sp>
    </p:spTree>
    <p:extLst>
      <p:ext uri="{BB962C8B-B14F-4D97-AF65-F5344CB8AC3E}">
        <p14:creationId xmlns:p14="http://schemas.microsoft.com/office/powerpoint/2010/main" val="8953096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393DF9B-2EB6-D942-D139-43CE6B91076E}"/>
              </a:ext>
            </a:extLst>
          </p:cNvPr>
          <p:cNvSpPr>
            <a:spLocks noGrp="1"/>
          </p:cNvSpPr>
          <p:nvPr>
            <p:ph type="subTitle" idx="1" hasCustomPrompt="1"/>
          </p:nvPr>
        </p:nvSpPr>
        <p:spPr>
          <a:xfrm>
            <a:off x="1007535" y="4531785"/>
            <a:ext cx="1994647" cy="1633009"/>
          </a:xfrm>
        </p:spPr>
        <p:txBody>
          <a:bodyPr>
            <a:noAutofit/>
          </a:bodyPr>
          <a:lstStyle>
            <a:lvl1pPr marL="0" indent="0" algn="l">
              <a:buNone/>
              <a:defRPr sz="2400">
                <a:solidFill>
                  <a:schemeClr val="tx2"/>
                </a:solidFill>
              </a:defRPr>
            </a:lvl1pPr>
            <a:lvl2pPr marL="304807" indent="0" algn="ctr">
              <a:buNone/>
              <a:defRPr sz="1333"/>
            </a:lvl2pPr>
            <a:lvl3pPr marL="609615" indent="0" algn="ctr">
              <a:buNone/>
              <a:defRPr sz="1200"/>
            </a:lvl3pPr>
            <a:lvl4pPr marL="914424" indent="0" algn="ctr">
              <a:buNone/>
              <a:defRPr sz="1067"/>
            </a:lvl4pPr>
            <a:lvl5pPr marL="1219231" indent="0" algn="ctr">
              <a:buNone/>
              <a:defRPr sz="1067"/>
            </a:lvl5pPr>
            <a:lvl6pPr marL="1524038" indent="0" algn="ctr">
              <a:buNone/>
              <a:defRPr sz="1067"/>
            </a:lvl6pPr>
            <a:lvl7pPr marL="1828845" indent="0" algn="ctr">
              <a:buNone/>
              <a:defRPr sz="1067"/>
            </a:lvl7pPr>
            <a:lvl8pPr marL="2133653" indent="0" algn="ctr">
              <a:buNone/>
              <a:defRPr sz="1067"/>
            </a:lvl8pPr>
            <a:lvl9pPr marL="2438462" indent="0" algn="ctr">
              <a:buNone/>
              <a:defRPr sz="1067"/>
            </a:lvl9pPr>
          </a:lstStyle>
          <a:p>
            <a:r>
              <a:rPr lang="en-US"/>
              <a:t>Presentation</a:t>
            </a:r>
          </a:p>
          <a:p>
            <a:r>
              <a:rPr lang="en-US"/>
              <a:t>Title</a:t>
            </a:r>
          </a:p>
        </p:txBody>
      </p:sp>
      <p:sp>
        <p:nvSpPr>
          <p:cNvPr id="7" name="Footer Placeholder 6">
            <a:extLst>
              <a:ext uri="{FF2B5EF4-FFF2-40B4-BE49-F238E27FC236}">
                <a16:creationId xmlns:a16="http://schemas.microsoft.com/office/drawing/2014/main" id="{8021EF4B-DFAA-CC4C-D75C-46599D092777}"/>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8" name="Slide Number Placeholder 7">
            <a:extLst>
              <a:ext uri="{FF2B5EF4-FFF2-40B4-BE49-F238E27FC236}">
                <a16:creationId xmlns:a16="http://schemas.microsoft.com/office/drawing/2014/main" id="{EF78BD22-C511-13CC-6D90-10E50A17D02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pic>
        <p:nvPicPr>
          <p:cNvPr id="10" name="Picture 9">
            <a:extLst>
              <a:ext uri="{FF2B5EF4-FFF2-40B4-BE49-F238E27FC236}">
                <a16:creationId xmlns:a16="http://schemas.microsoft.com/office/drawing/2014/main" id="{43CE848D-1ABF-09F4-F146-7D20460A6F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0921" y="3572933"/>
            <a:ext cx="7430347" cy="682379"/>
          </a:xfrm>
          <a:prstGeom prst="rect">
            <a:avLst/>
          </a:prstGeom>
        </p:spPr>
      </p:pic>
    </p:spTree>
    <p:extLst>
      <p:ext uri="{BB962C8B-B14F-4D97-AF65-F5344CB8AC3E}">
        <p14:creationId xmlns:p14="http://schemas.microsoft.com/office/powerpoint/2010/main" val="566666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llustration-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F0EE-59D4-EA9C-8FE8-0BB3954A8E0D}"/>
              </a:ext>
            </a:extLst>
          </p:cNvPr>
          <p:cNvSpPr>
            <a:spLocks noGrp="1"/>
          </p:cNvSpPr>
          <p:nvPr>
            <p:ph type="title" hasCustomPrompt="1"/>
          </p:nvPr>
        </p:nvSpPr>
        <p:spPr>
          <a:xfrm>
            <a:off x="1007536" y="1604436"/>
            <a:ext cx="6913033" cy="1003185"/>
          </a:xfrm>
          <a:prstGeom prst="rect">
            <a:avLst/>
          </a:prstGeom>
        </p:spPr>
        <p:txBody>
          <a:bodyPr>
            <a:noAutofit/>
          </a:bodyPr>
          <a:lstStyle>
            <a:lvl1pPr>
              <a:defRPr>
                <a:latin typeface="+mj-lt"/>
              </a:defRPr>
            </a:lvl1pPr>
          </a:lstStyle>
          <a:p>
            <a:r>
              <a:rPr lang="en-CA">
                <a:effectLst/>
              </a:rPr>
              <a:t>Header</a:t>
            </a:r>
            <a:endParaRPr lang="en-US"/>
          </a:p>
        </p:txBody>
      </p:sp>
      <p:sp>
        <p:nvSpPr>
          <p:cNvPr id="7" name="Footer Placeholder 6">
            <a:extLst>
              <a:ext uri="{FF2B5EF4-FFF2-40B4-BE49-F238E27FC236}">
                <a16:creationId xmlns:a16="http://schemas.microsoft.com/office/drawing/2014/main" id="{209171AE-4271-FCE1-DC05-76553D3BC5F6}"/>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pic>
        <p:nvPicPr>
          <p:cNvPr id="10" name="Picture 9" descr="A picture containing text, vector graphics&#10;&#10;Description automatically generated">
            <a:extLst>
              <a:ext uri="{FF2B5EF4-FFF2-40B4-BE49-F238E27FC236}">
                <a16:creationId xmlns:a16="http://schemas.microsoft.com/office/drawing/2014/main" id="{1993AC2B-3B6D-5536-85C5-7A3F6DB097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21929" y="2780780"/>
            <a:ext cx="4262539" cy="4272475"/>
          </a:xfrm>
          <a:prstGeom prst="rect">
            <a:avLst/>
          </a:prstGeom>
        </p:spPr>
      </p:pic>
      <p:sp>
        <p:nvSpPr>
          <p:cNvPr id="12" name="Text Placeholder 11">
            <a:extLst>
              <a:ext uri="{FF2B5EF4-FFF2-40B4-BE49-F238E27FC236}">
                <a16:creationId xmlns:a16="http://schemas.microsoft.com/office/drawing/2014/main" id="{2C2AB862-DE2A-247C-6314-4FB0E87E6BCE}"/>
              </a:ext>
            </a:extLst>
          </p:cNvPr>
          <p:cNvSpPr>
            <a:spLocks noGrp="1"/>
          </p:cNvSpPr>
          <p:nvPr>
            <p:ph type="body" sz="quarter" idx="11"/>
          </p:nvPr>
        </p:nvSpPr>
        <p:spPr>
          <a:xfrm>
            <a:off x="997805" y="3285068"/>
            <a:ext cx="5904443" cy="2591859"/>
          </a:xfrm>
        </p:spPr>
        <p:txBody>
          <a:bodyPr>
            <a:noAutofit/>
          </a:bodyPr>
          <a:lstStyle>
            <a:lvl1pPr marL="0" indent="0">
              <a:lnSpc>
                <a:spcPts val="2667"/>
              </a:lnSpc>
              <a:buNone/>
              <a:defRPr>
                <a:latin typeface="+mn-lt"/>
              </a:defRPr>
            </a:lvl1pPr>
          </a:lstStyle>
          <a:p>
            <a:pPr lvl="0"/>
            <a:r>
              <a:rPr lang="en-CA">
                <a:effectLst/>
              </a:rPr>
              <a:t>Click to edit Master text styles</a:t>
            </a:r>
            <a:endParaRPr lang="en-US"/>
          </a:p>
        </p:txBody>
      </p:sp>
    </p:spTree>
    <p:extLst>
      <p:ext uri="{BB962C8B-B14F-4D97-AF65-F5344CB8AC3E}">
        <p14:creationId xmlns:p14="http://schemas.microsoft.com/office/powerpoint/2010/main" val="69357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llustration-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4F0EE-59D4-EA9C-8FE8-0BB3954A8E0D}"/>
              </a:ext>
            </a:extLst>
          </p:cNvPr>
          <p:cNvSpPr>
            <a:spLocks noGrp="1"/>
          </p:cNvSpPr>
          <p:nvPr>
            <p:ph type="title" hasCustomPrompt="1"/>
          </p:nvPr>
        </p:nvSpPr>
        <p:spPr>
          <a:xfrm>
            <a:off x="1007536" y="1604436"/>
            <a:ext cx="6913033" cy="1003185"/>
          </a:xfrm>
          <a:prstGeom prst="rect">
            <a:avLst/>
          </a:prstGeom>
        </p:spPr>
        <p:txBody>
          <a:bodyPr>
            <a:noAutofit/>
          </a:bodyPr>
          <a:lstStyle>
            <a:lvl1pPr>
              <a:defRPr>
                <a:latin typeface="+mj-lt"/>
              </a:defRPr>
            </a:lvl1pPr>
          </a:lstStyle>
          <a:p>
            <a:r>
              <a:rPr lang="en-CA">
                <a:effectLst/>
              </a:rPr>
              <a:t>Header</a:t>
            </a:r>
            <a:endParaRPr lang="en-US"/>
          </a:p>
        </p:txBody>
      </p:sp>
      <p:sp>
        <p:nvSpPr>
          <p:cNvPr id="7" name="Footer Placeholder 6">
            <a:extLst>
              <a:ext uri="{FF2B5EF4-FFF2-40B4-BE49-F238E27FC236}">
                <a16:creationId xmlns:a16="http://schemas.microsoft.com/office/drawing/2014/main" id="{209171AE-4271-FCE1-DC05-76553D3BC5F6}"/>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2" name="Text Placeholder 11">
            <a:extLst>
              <a:ext uri="{FF2B5EF4-FFF2-40B4-BE49-F238E27FC236}">
                <a16:creationId xmlns:a16="http://schemas.microsoft.com/office/drawing/2014/main" id="{2C2AB862-DE2A-247C-6314-4FB0E87E6BCE}"/>
              </a:ext>
            </a:extLst>
          </p:cNvPr>
          <p:cNvSpPr>
            <a:spLocks noGrp="1"/>
          </p:cNvSpPr>
          <p:nvPr>
            <p:ph type="body" sz="quarter" idx="11"/>
          </p:nvPr>
        </p:nvSpPr>
        <p:spPr>
          <a:xfrm>
            <a:off x="997805" y="3285068"/>
            <a:ext cx="5904443" cy="2591859"/>
          </a:xfrm>
        </p:spPr>
        <p:txBody>
          <a:bodyPr>
            <a:noAutofit/>
          </a:bodyPr>
          <a:lstStyle>
            <a:lvl1pPr marL="0" indent="0">
              <a:lnSpc>
                <a:spcPts val="2667"/>
              </a:lnSpc>
              <a:buNone/>
              <a:defRPr>
                <a:latin typeface="+mn-lt"/>
              </a:defRPr>
            </a:lvl1pPr>
          </a:lstStyle>
          <a:p>
            <a:pPr lvl="0"/>
            <a:r>
              <a:rPr lang="en-CA">
                <a:effectLst/>
              </a:rPr>
              <a:t>Click to edit Master text styles</a:t>
            </a:r>
            <a:endParaRPr lang="en-US"/>
          </a:p>
        </p:txBody>
      </p:sp>
      <p:pic>
        <p:nvPicPr>
          <p:cNvPr id="4" name="Picture 3" descr="A picture containing background pattern&#10;&#10;Description automatically generated">
            <a:extLst>
              <a:ext uri="{FF2B5EF4-FFF2-40B4-BE49-F238E27FC236}">
                <a16:creationId xmlns:a16="http://schemas.microsoft.com/office/drawing/2014/main" id="{155E4977-5081-9DCE-F3DF-21E72A6E63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99752" y="2276477"/>
            <a:ext cx="5232433" cy="5232433"/>
          </a:xfrm>
          <a:prstGeom prst="rect">
            <a:avLst/>
          </a:prstGeom>
        </p:spPr>
      </p:pic>
    </p:spTree>
    <p:extLst>
      <p:ext uri="{BB962C8B-B14F-4D97-AF65-F5344CB8AC3E}">
        <p14:creationId xmlns:p14="http://schemas.microsoft.com/office/powerpoint/2010/main" val="1213524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01">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0C7BAC54-EEC2-B3B7-B7FC-CD61E9CFE6C2}"/>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4244975"/>
            <a:ext cx="7872943" cy="1296459"/>
          </a:xfrm>
          <a:prstGeom prst="rect">
            <a:avLst/>
          </a:prstGeom>
        </p:spPr>
        <p:txBody>
          <a:bodyPr anchor="t"/>
          <a:lstStyle>
            <a:lvl1pPr>
              <a:defRPr sz="4000">
                <a:solidFill>
                  <a:schemeClr val="tx2"/>
                </a:solidFill>
                <a:latin typeface="+mj-lt"/>
              </a:defRPr>
            </a:lvl1pPr>
          </a:lstStyle>
          <a:p>
            <a:r>
              <a:rPr lang="en-CA">
                <a:effectLst/>
              </a:rPr>
              <a:t>Header</a:t>
            </a:r>
            <a:endParaRPr lang="en-US"/>
          </a:p>
        </p:txBody>
      </p:sp>
      <p:sp>
        <p:nvSpPr>
          <p:cNvPr id="6" name="Slide Number Placeholder 8">
            <a:extLst>
              <a:ext uri="{FF2B5EF4-FFF2-40B4-BE49-F238E27FC236}">
                <a16:creationId xmlns:a16="http://schemas.microsoft.com/office/drawing/2014/main" id="{DB31FFB2-5556-2CD3-FFCE-715E6C19A0E6}"/>
              </a:ext>
            </a:extLst>
          </p:cNvPr>
          <p:cNvSpPr>
            <a:spLocks noGrp="1"/>
          </p:cNvSpPr>
          <p:nvPr>
            <p:ph type="sldNum" sz="quarter" idx="11"/>
          </p:nvPr>
        </p:nvSpPr>
        <p:spPr>
          <a:xfrm>
            <a:off x="8441267" y="6164793"/>
            <a:ext cx="2743200" cy="341841"/>
          </a:xfrm>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2919444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02">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22400" y="1940985"/>
            <a:ext cx="6226125" cy="1344083"/>
          </a:xfrm>
          <a:prstGeom prst="rect">
            <a:avLst/>
          </a:prstGeom>
        </p:spPr>
        <p:txBody>
          <a:bodyPr anchor="t"/>
          <a:lstStyle>
            <a:lvl1pPr>
              <a:defRPr sz="4000">
                <a:solidFill>
                  <a:schemeClr val="tx2"/>
                </a:solidFill>
                <a:latin typeface="+mj-lt"/>
              </a:defRPr>
            </a:lvl1pPr>
          </a:lstStyle>
          <a:p>
            <a:r>
              <a:rPr lang="en-US"/>
              <a:t>Header</a:t>
            </a:r>
          </a:p>
        </p:txBody>
      </p:sp>
      <p:sp>
        <p:nvSpPr>
          <p:cNvPr id="20" name="Footer Placeholder 5">
            <a:extLst>
              <a:ext uri="{FF2B5EF4-FFF2-40B4-BE49-F238E27FC236}">
                <a16:creationId xmlns:a16="http://schemas.microsoft.com/office/drawing/2014/main" id="{D5A2BD03-23E7-3D7E-2E8F-D3B6F96E762D}"/>
              </a:ext>
            </a:extLst>
          </p:cNvPr>
          <p:cNvSpPr>
            <a:spLocks noGrp="1"/>
          </p:cNvSpPr>
          <p:nvPr>
            <p:ph type="ftr" sz="quarter" idx="10"/>
          </p:nvPr>
        </p:nvSpPr>
        <p:spPr>
          <a:xfrm>
            <a:off x="1007534" y="6170085"/>
            <a:ext cx="4272492" cy="336551"/>
          </a:xfrm>
          <a:prstGeom prst="rect">
            <a:avLst/>
          </a:prstGeom>
        </p:spPr>
        <p:txBody>
          <a:bodyPr/>
          <a:lstStyle>
            <a:lvl1pPr>
              <a:defRPr>
                <a:solidFill>
                  <a:schemeClr val="tx2"/>
                </a:solidFill>
              </a:defRPr>
            </a:lvl1pPr>
          </a:lstStyle>
          <a:p>
            <a:endParaRPr lang="en-US"/>
          </a:p>
        </p:txBody>
      </p:sp>
      <p:sp>
        <p:nvSpPr>
          <p:cNvPr id="24" name="Slide Number Placeholder 6">
            <a:extLst>
              <a:ext uri="{FF2B5EF4-FFF2-40B4-BE49-F238E27FC236}">
                <a16:creationId xmlns:a16="http://schemas.microsoft.com/office/drawing/2014/main" id="{38565041-898D-2265-EDEB-3725879D3B79}"/>
              </a:ext>
            </a:extLst>
          </p:cNvPr>
          <p:cNvSpPr>
            <a:spLocks noGrp="1"/>
          </p:cNvSpPr>
          <p:nvPr>
            <p:ph type="sldNum" sz="quarter" idx="11"/>
          </p:nvPr>
        </p:nvSpPr>
        <p:spPr>
          <a:xfrm>
            <a:off x="8441267" y="6164793"/>
            <a:ext cx="2743200" cy="341841"/>
          </a:xfrm>
        </p:spPr>
        <p:txBody>
          <a:bodyPr/>
          <a:lstStyle>
            <a:lvl1pPr>
              <a:defRPr>
                <a:solidFill>
                  <a:schemeClr val="tx2"/>
                </a:solidFill>
              </a:defRPr>
            </a:lvl1pPr>
          </a:lstStyle>
          <a:p>
            <a:fld id="{D1D46272-AB94-3742-B3EA-5AA3145D0914}" type="slidenum">
              <a:rPr lang="en-US" smtClean="0"/>
              <a:pPr/>
              <a:t>‹#›</a:t>
            </a:fld>
            <a:endParaRPr lang="en-US"/>
          </a:p>
        </p:txBody>
      </p:sp>
    </p:spTree>
    <p:extLst>
      <p:ext uri="{BB962C8B-B14F-4D97-AF65-F5344CB8AC3E}">
        <p14:creationId xmlns:p14="http://schemas.microsoft.com/office/powerpoint/2010/main" val="2938200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Text-0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930D6FD-CB85-4AC3-94D9-FA81A95D80A4}"/>
              </a:ext>
            </a:extLst>
          </p:cNvPr>
          <p:cNvSpPr>
            <a:spLocks noGrp="1"/>
          </p:cNvSpPr>
          <p:nvPr>
            <p:ph type="title" hasCustomPrompt="1"/>
          </p:nvPr>
        </p:nvSpPr>
        <p:spPr/>
        <p:txBody>
          <a:bodyPr/>
          <a:lstStyle/>
          <a:p>
            <a:r>
              <a:rPr lang="en-US"/>
              <a:t>Header</a:t>
            </a:r>
          </a:p>
        </p:txBody>
      </p:sp>
      <p:sp>
        <p:nvSpPr>
          <p:cNvPr id="6" name="Footer Placeholder 5">
            <a:extLst>
              <a:ext uri="{FF2B5EF4-FFF2-40B4-BE49-F238E27FC236}">
                <a16:creationId xmlns:a16="http://schemas.microsoft.com/office/drawing/2014/main" id="{453C7B25-5435-DEF3-310C-4B4343735ACD}"/>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E0F51D-B11E-6594-D4C6-2264A4FCE23B}"/>
              </a:ext>
            </a:extLst>
          </p:cNvPr>
          <p:cNvSpPr>
            <a:spLocks noGrp="1"/>
          </p:cNvSpPr>
          <p:nvPr>
            <p:ph type="sldNum" sz="quarter" idx="11"/>
          </p:nvPr>
        </p:nvSpPr>
        <p:spPr/>
        <p:txBody>
          <a:bodyPr/>
          <a:lstStyle/>
          <a:p>
            <a:fld id="{D1D46272-AB94-3742-B3EA-5AA3145D0914}" type="slidenum">
              <a:rPr lang="en-US" smtClean="0"/>
              <a:pPr/>
              <a:t>‹#›</a:t>
            </a:fld>
            <a:endParaRPr lang="en-US"/>
          </a:p>
        </p:txBody>
      </p:sp>
      <p:sp>
        <p:nvSpPr>
          <p:cNvPr id="8" name="Text Placeholder 2">
            <a:extLst>
              <a:ext uri="{FF2B5EF4-FFF2-40B4-BE49-F238E27FC236}">
                <a16:creationId xmlns:a16="http://schemas.microsoft.com/office/drawing/2014/main" id="{4FF23889-9EDB-B32E-3E0F-1F03D1245197}"/>
              </a:ext>
            </a:extLst>
          </p:cNvPr>
          <p:cNvSpPr>
            <a:spLocks noGrp="1"/>
          </p:cNvSpPr>
          <p:nvPr>
            <p:ph type="body" idx="1"/>
          </p:nvPr>
        </p:nvSpPr>
        <p:spPr>
          <a:xfrm>
            <a:off x="1007533" y="2948517"/>
            <a:ext cx="427196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11" name="Text Placeholder 2">
            <a:extLst>
              <a:ext uri="{FF2B5EF4-FFF2-40B4-BE49-F238E27FC236}">
                <a16:creationId xmlns:a16="http://schemas.microsoft.com/office/drawing/2014/main" id="{2B943187-0546-8DB2-F69B-FD168CFD89E8}"/>
              </a:ext>
            </a:extLst>
          </p:cNvPr>
          <p:cNvSpPr>
            <a:spLocks noGrp="1"/>
          </p:cNvSpPr>
          <p:nvPr>
            <p:ph type="body" idx="12"/>
          </p:nvPr>
        </p:nvSpPr>
        <p:spPr>
          <a:xfrm>
            <a:off x="6911976" y="2948517"/>
            <a:ext cx="427196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Tree>
    <p:extLst>
      <p:ext uri="{BB962C8B-B14F-4D97-AF65-F5344CB8AC3E}">
        <p14:creationId xmlns:p14="http://schemas.microsoft.com/office/powerpoint/2010/main" val="1987377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Text-0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0C7BAC54-EEC2-B3B7-B7FC-CD61E9CFE6C2}"/>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1604436"/>
            <a:ext cx="3935943" cy="1008593"/>
          </a:xfrm>
          <a:prstGeom prst="rect">
            <a:avLst/>
          </a:prstGeom>
        </p:spPr>
        <p:txBody>
          <a:bodyPr anchor="t"/>
          <a:lstStyle>
            <a:lvl1pPr>
              <a:defRPr sz="4000">
                <a:solidFill>
                  <a:schemeClr val="tx2"/>
                </a:solidFill>
                <a:latin typeface="+mj-lt"/>
              </a:defRPr>
            </a:lvl1pPr>
          </a:lstStyle>
          <a:p>
            <a:r>
              <a:rPr lang="en-US"/>
              <a:t>Header</a:t>
            </a:r>
          </a:p>
        </p:txBody>
      </p:sp>
      <p:sp>
        <p:nvSpPr>
          <p:cNvPr id="16" name="Text Placeholder 2">
            <a:extLst>
              <a:ext uri="{FF2B5EF4-FFF2-40B4-BE49-F238E27FC236}">
                <a16:creationId xmlns:a16="http://schemas.microsoft.com/office/drawing/2014/main" id="{D9F28281-4B65-7DB0-3410-6DCF06335381}"/>
              </a:ext>
            </a:extLst>
          </p:cNvPr>
          <p:cNvSpPr>
            <a:spLocks noGrp="1"/>
          </p:cNvSpPr>
          <p:nvPr>
            <p:ph type="body" idx="1"/>
          </p:nvPr>
        </p:nvSpPr>
        <p:spPr>
          <a:xfrm>
            <a:off x="1007534" y="2948517"/>
            <a:ext cx="3935943"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Tree>
    <p:extLst>
      <p:ext uri="{BB962C8B-B14F-4D97-AF65-F5344CB8AC3E}">
        <p14:creationId xmlns:p14="http://schemas.microsoft.com/office/powerpoint/2010/main" val="378912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Text-Image-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5" y="1604436"/>
            <a:ext cx="4944533" cy="1008593"/>
          </a:xfrm>
          <a:prstGeom prst="rect">
            <a:avLst/>
          </a:prstGeom>
        </p:spPr>
        <p:txBody>
          <a:bodyPr anchor="t">
            <a:noAutofit/>
          </a:bodyPr>
          <a:lstStyle>
            <a:lvl1pPr>
              <a:defRPr sz="4000">
                <a:latin typeface="+mj-lt"/>
              </a:defRPr>
            </a:lvl1pPr>
          </a:lstStyle>
          <a:p>
            <a:r>
              <a:rPr lang="en-US"/>
              <a:t>Header</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5" y="2613028"/>
            <a:ext cx="4944533" cy="959907"/>
          </a:xfrm>
        </p:spPr>
        <p:txBody>
          <a:bodyPr>
            <a:no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9" name="Footer Placeholder 8">
            <a:extLst>
              <a:ext uri="{FF2B5EF4-FFF2-40B4-BE49-F238E27FC236}">
                <a16:creationId xmlns:a16="http://schemas.microsoft.com/office/drawing/2014/main" id="{5F0C23B6-A1BC-7AFE-BEC0-13BBA7C06691}"/>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0" name="Slide Number Placeholder 9">
            <a:extLst>
              <a:ext uri="{FF2B5EF4-FFF2-40B4-BE49-F238E27FC236}">
                <a16:creationId xmlns:a16="http://schemas.microsoft.com/office/drawing/2014/main" id="{C3A4D46E-2B95-BB6D-D254-3155502354A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sp>
        <p:nvSpPr>
          <p:cNvPr id="14" name="Picture Placeholder 13">
            <a:extLst>
              <a:ext uri="{FF2B5EF4-FFF2-40B4-BE49-F238E27FC236}">
                <a16:creationId xmlns:a16="http://schemas.microsoft.com/office/drawing/2014/main" id="{BA85ACD4-2705-1CDC-6C1A-6A2F08D4E876}"/>
              </a:ext>
            </a:extLst>
          </p:cNvPr>
          <p:cNvSpPr>
            <a:spLocks noGrp="1"/>
          </p:cNvSpPr>
          <p:nvPr>
            <p:ph type="pic" sz="quarter" idx="12"/>
          </p:nvPr>
        </p:nvSpPr>
        <p:spPr>
          <a:xfrm>
            <a:off x="1007535" y="3909484"/>
            <a:ext cx="10176933" cy="1967443"/>
          </a:xfrm>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2783970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Text-Image-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5" y="1604436"/>
            <a:ext cx="4944533" cy="1008593"/>
          </a:xfrm>
          <a:prstGeom prst="rect">
            <a:avLst/>
          </a:prstGeom>
        </p:spPr>
        <p:txBody>
          <a:bodyPr anchor="t">
            <a:noAutofit/>
          </a:bodyPr>
          <a:lstStyle>
            <a:lvl1pPr>
              <a:defRPr sz="4000">
                <a:latin typeface="+mj-lt"/>
              </a:defRPr>
            </a:lvl1pPr>
          </a:lstStyle>
          <a:p>
            <a:r>
              <a:rPr lang="en-US"/>
              <a:t>Header</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5" y="2613028"/>
            <a:ext cx="4944533" cy="959907"/>
          </a:xfrm>
        </p:spPr>
        <p:txBody>
          <a:bodyPr>
            <a:no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9" name="Footer Placeholder 8">
            <a:extLst>
              <a:ext uri="{FF2B5EF4-FFF2-40B4-BE49-F238E27FC236}">
                <a16:creationId xmlns:a16="http://schemas.microsoft.com/office/drawing/2014/main" id="{5F0C23B6-A1BC-7AFE-BEC0-13BBA7C06691}"/>
              </a:ext>
            </a:extLst>
          </p:cNvPr>
          <p:cNvSpPr>
            <a:spLocks noGrp="1"/>
          </p:cNvSpPr>
          <p:nvPr>
            <p:ph type="ftr" sz="quarter" idx="10"/>
          </p:nvPr>
        </p:nvSpPr>
        <p:spPr>
          <a:xfrm>
            <a:off x="1007534" y="6170085"/>
            <a:ext cx="3935943" cy="336551"/>
          </a:xfrm>
          <a:prstGeom prst="rect">
            <a:avLst/>
          </a:prstGeom>
        </p:spPr>
        <p:txBody>
          <a:bodyPr>
            <a:noAutofit/>
          </a:bodyPr>
          <a:lstStyle/>
          <a:p>
            <a:endParaRPr lang="en-US"/>
          </a:p>
        </p:txBody>
      </p:sp>
      <p:sp>
        <p:nvSpPr>
          <p:cNvPr id="10" name="Slide Number Placeholder 9">
            <a:extLst>
              <a:ext uri="{FF2B5EF4-FFF2-40B4-BE49-F238E27FC236}">
                <a16:creationId xmlns:a16="http://schemas.microsoft.com/office/drawing/2014/main" id="{C3A4D46E-2B95-BB6D-D254-3155502354A1}"/>
              </a:ext>
            </a:extLst>
          </p:cNvPr>
          <p:cNvSpPr>
            <a:spLocks noGrp="1"/>
          </p:cNvSpPr>
          <p:nvPr>
            <p:ph type="sldNum" sz="quarter" idx="11"/>
          </p:nvPr>
        </p:nvSpPr>
        <p:spPr/>
        <p:txBody>
          <a:bodyPr>
            <a:noAutofit/>
          </a:bodyPr>
          <a:lstStyle/>
          <a:p>
            <a:fld id="{D1D46272-AB94-3742-B3EA-5AA3145D0914}" type="slidenum">
              <a:rPr lang="en-US" smtClean="0"/>
              <a:pPr/>
              <a:t>‹#›</a:t>
            </a:fld>
            <a:endParaRPr lang="en-US"/>
          </a:p>
        </p:txBody>
      </p:sp>
      <p:sp>
        <p:nvSpPr>
          <p:cNvPr id="14" name="Picture Placeholder 13">
            <a:extLst>
              <a:ext uri="{FF2B5EF4-FFF2-40B4-BE49-F238E27FC236}">
                <a16:creationId xmlns:a16="http://schemas.microsoft.com/office/drawing/2014/main" id="{BA85ACD4-2705-1CDC-6C1A-6A2F08D4E876}"/>
              </a:ext>
            </a:extLst>
          </p:cNvPr>
          <p:cNvSpPr>
            <a:spLocks noGrp="1"/>
          </p:cNvSpPr>
          <p:nvPr>
            <p:ph type="pic" sz="quarter" idx="12"/>
          </p:nvPr>
        </p:nvSpPr>
        <p:spPr>
          <a:xfrm>
            <a:off x="1007535" y="3909484"/>
            <a:ext cx="4944533" cy="1967443"/>
          </a:xfrm>
        </p:spPr>
        <p:txBody>
          <a:bodyPr/>
          <a:lstStyle>
            <a:lvl1pPr>
              <a:defRPr>
                <a:solidFill>
                  <a:schemeClr val="bg2">
                    <a:lumMod val="50000"/>
                  </a:schemeClr>
                </a:solidFill>
              </a:defRPr>
            </a:lvl1pPr>
          </a:lstStyle>
          <a:p>
            <a:endParaRPr lang="en-US"/>
          </a:p>
        </p:txBody>
      </p:sp>
      <p:sp>
        <p:nvSpPr>
          <p:cNvPr id="7" name="Picture Placeholder 13">
            <a:extLst>
              <a:ext uri="{FF2B5EF4-FFF2-40B4-BE49-F238E27FC236}">
                <a16:creationId xmlns:a16="http://schemas.microsoft.com/office/drawing/2014/main" id="{B4EA3597-4CAC-A1F8-7FEB-2605F8188CF4}"/>
              </a:ext>
            </a:extLst>
          </p:cNvPr>
          <p:cNvSpPr>
            <a:spLocks noGrp="1"/>
          </p:cNvSpPr>
          <p:nvPr>
            <p:ph type="pic" sz="quarter" idx="13"/>
          </p:nvPr>
        </p:nvSpPr>
        <p:spPr>
          <a:xfrm>
            <a:off x="6239936" y="1604434"/>
            <a:ext cx="4944533" cy="4272492"/>
          </a:xfrm>
        </p:spPr>
        <p:txBody>
          <a:bodyPr/>
          <a:lstStyle>
            <a:lvl1pPr>
              <a:defRPr>
                <a:solidFill>
                  <a:schemeClr val="bg2">
                    <a:lumMod val="50000"/>
                  </a:schemeClr>
                </a:solidFill>
              </a:defRPr>
            </a:lvl1pPr>
          </a:lstStyle>
          <a:p>
            <a:endParaRPr lang="en-US"/>
          </a:p>
        </p:txBody>
      </p:sp>
    </p:spTree>
    <p:extLst>
      <p:ext uri="{BB962C8B-B14F-4D97-AF65-F5344CB8AC3E}">
        <p14:creationId xmlns:p14="http://schemas.microsoft.com/office/powerpoint/2010/main" val="3383364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Title-Text-Image-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921E-6AB7-F571-31B3-C5D5A42E5A4D}"/>
              </a:ext>
            </a:extLst>
          </p:cNvPr>
          <p:cNvSpPr>
            <a:spLocks noGrp="1"/>
          </p:cNvSpPr>
          <p:nvPr>
            <p:ph type="title" hasCustomPrompt="1"/>
          </p:nvPr>
        </p:nvSpPr>
        <p:spPr>
          <a:xfrm>
            <a:off x="1007534" y="1604433"/>
            <a:ext cx="3950231" cy="1008592"/>
          </a:xfrm>
          <a:prstGeom prst="rect">
            <a:avLst/>
          </a:prstGeom>
        </p:spPr>
        <p:txBody>
          <a:bodyPr anchor="t"/>
          <a:lstStyle>
            <a:lvl1pPr>
              <a:defRPr sz="4000">
                <a:latin typeface="+mj-lt"/>
              </a:defRPr>
            </a:lvl1pPr>
          </a:lstStyle>
          <a:p>
            <a:r>
              <a:rPr lang="en-US"/>
              <a:t>Header</a:t>
            </a:r>
          </a:p>
        </p:txBody>
      </p:sp>
      <p:sp>
        <p:nvSpPr>
          <p:cNvPr id="3" name="Picture Placeholder 2">
            <a:extLst>
              <a:ext uri="{FF2B5EF4-FFF2-40B4-BE49-F238E27FC236}">
                <a16:creationId xmlns:a16="http://schemas.microsoft.com/office/drawing/2014/main" id="{98ABA9EA-4C73-0554-170F-D12A667834D5}"/>
              </a:ext>
            </a:extLst>
          </p:cNvPr>
          <p:cNvSpPr>
            <a:spLocks noGrp="1"/>
          </p:cNvSpPr>
          <p:nvPr>
            <p:ph type="pic" idx="1"/>
          </p:nvPr>
        </p:nvSpPr>
        <p:spPr>
          <a:xfrm>
            <a:off x="6239934" y="932392"/>
            <a:ext cx="4944535" cy="4937125"/>
          </a:xfrm>
        </p:spPr>
        <p:txBody>
          <a:bodyPr/>
          <a:lstStyle>
            <a:lvl1pPr marL="0" indent="0">
              <a:buNone/>
              <a:defRPr sz="2133"/>
            </a:lvl1pPr>
            <a:lvl2pPr marL="304807" indent="0">
              <a:buNone/>
              <a:defRPr sz="1867"/>
            </a:lvl2pPr>
            <a:lvl3pPr marL="609615" indent="0">
              <a:buNone/>
              <a:defRPr sz="1600"/>
            </a:lvl3pPr>
            <a:lvl4pPr marL="914424" indent="0">
              <a:buNone/>
              <a:defRPr sz="1333"/>
            </a:lvl4pPr>
            <a:lvl5pPr marL="1219231" indent="0">
              <a:buNone/>
              <a:defRPr sz="1333"/>
            </a:lvl5pPr>
            <a:lvl6pPr marL="1524038" indent="0">
              <a:buNone/>
              <a:defRPr sz="1333"/>
            </a:lvl6pPr>
            <a:lvl7pPr marL="1828845" indent="0">
              <a:buNone/>
              <a:defRPr sz="1333"/>
            </a:lvl7pPr>
            <a:lvl8pPr marL="2133653" indent="0">
              <a:buNone/>
              <a:defRPr sz="1333"/>
            </a:lvl8pPr>
            <a:lvl9pPr marL="2438462" indent="0">
              <a:buNone/>
              <a:defRPr sz="1333"/>
            </a:lvl9pPr>
          </a:lstStyle>
          <a:p>
            <a:endParaRPr lang="en-US"/>
          </a:p>
        </p:txBody>
      </p:sp>
      <p:sp>
        <p:nvSpPr>
          <p:cNvPr id="4" name="Text Placeholder 3">
            <a:extLst>
              <a:ext uri="{FF2B5EF4-FFF2-40B4-BE49-F238E27FC236}">
                <a16:creationId xmlns:a16="http://schemas.microsoft.com/office/drawing/2014/main" id="{22AA17CA-748C-55EE-5CCC-3A1EA34C80E0}"/>
              </a:ext>
            </a:extLst>
          </p:cNvPr>
          <p:cNvSpPr>
            <a:spLocks noGrp="1"/>
          </p:cNvSpPr>
          <p:nvPr>
            <p:ph type="body" sz="half" idx="2"/>
          </p:nvPr>
        </p:nvSpPr>
        <p:spPr>
          <a:xfrm>
            <a:off x="1007534" y="2948518"/>
            <a:ext cx="3935943" cy="2920999"/>
          </a:xfrm>
        </p:spPr>
        <p:txBody>
          <a:bodyPr/>
          <a:lstStyle>
            <a:lvl1pPr marL="0" indent="0">
              <a:buNone/>
              <a:defRPr sz="1067"/>
            </a:lvl1pPr>
            <a:lvl2pPr marL="304807" indent="0">
              <a:buNone/>
              <a:defRPr sz="933"/>
            </a:lvl2pPr>
            <a:lvl3pPr marL="609615" indent="0">
              <a:buNone/>
              <a:defRPr sz="800"/>
            </a:lvl3pPr>
            <a:lvl4pPr marL="914424" indent="0">
              <a:buNone/>
              <a:defRPr sz="667"/>
            </a:lvl4pPr>
            <a:lvl5pPr marL="1219231" indent="0">
              <a:buNone/>
              <a:defRPr sz="667"/>
            </a:lvl5pPr>
            <a:lvl6pPr marL="1524038" indent="0">
              <a:buNone/>
              <a:defRPr sz="667"/>
            </a:lvl6pPr>
            <a:lvl7pPr marL="1828845" indent="0">
              <a:buNone/>
              <a:defRPr sz="667"/>
            </a:lvl7pPr>
            <a:lvl8pPr marL="2133653" indent="0">
              <a:buNone/>
              <a:defRPr sz="667"/>
            </a:lvl8pPr>
            <a:lvl9pPr marL="2438462" indent="0">
              <a:buNone/>
              <a:defRPr sz="667"/>
            </a:lvl9pPr>
          </a:lstStyle>
          <a:p>
            <a:pPr lvl="0"/>
            <a:r>
              <a:rPr lang="en-US"/>
              <a:t>Click to edit Master text styles</a:t>
            </a:r>
          </a:p>
        </p:txBody>
      </p:sp>
      <p:sp>
        <p:nvSpPr>
          <p:cNvPr id="8" name="Footer Placeholder 7">
            <a:extLst>
              <a:ext uri="{FF2B5EF4-FFF2-40B4-BE49-F238E27FC236}">
                <a16:creationId xmlns:a16="http://schemas.microsoft.com/office/drawing/2014/main" id="{85ED68F8-778E-3D2B-F507-AA1101BB5E16}"/>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8A8DC39-710F-7294-7B93-637C3D57F385}"/>
              </a:ext>
            </a:extLst>
          </p:cNvPr>
          <p:cNvSpPr>
            <a:spLocks noGrp="1"/>
          </p:cNvSpPr>
          <p:nvPr>
            <p:ph type="sldNum" sz="quarter" idx="11"/>
          </p:nvPr>
        </p:nvSpPr>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328103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Text-Image-04">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53C7B25-5435-DEF3-310C-4B4343735ACD}"/>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E0F51D-B11E-6594-D4C6-2264A4FCE23B}"/>
              </a:ext>
            </a:extLst>
          </p:cNvPr>
          <p:cNvSpPr>
            <a:spLocks noGrp="1"/>
          </p:cNvSpPr>
          <p:nvPr>
            <p:ph type="sldNum" sz="quarter" idx="11"/>
          </p:nvPr>
        </p:nvSpPr>
        <p:spPr/>
        <p:txBody>
          <a:bodyPr/>
          <a:lstStyle/>
          <a:p>
            <a:fld id="{D1D46272-AB94-3742-B3EA-5AA3145D0914}" type="slidenum">
              <a:rPr lang="en-US" smtClean="0"/>
              <a:pPr/>
              <a:t>‹#›</a:t>
            </a:fld>
            <a:endParaRPr lang="en-US"/>
          </a:p>
        </p:txBody>
      </p:sp>
      <p:sp>
        <p:nvSpPr>
          <p:cNvPr id="11" name="Title 1">
            <a:extLst>
              <a:ext uri="{FF2B5EF4-FFF2-40B4-BE49-F238E27FC236}">
                <a16:creationId xmlns:a16="http://schemas.microsoft.com/office/drawing/2014/main" id="{85C9F31E-3191-B54D-07D7-82FFF7266635}"/>
              </a:ext>
            </a:extLst>
          </p:cNvPr>
          <p:cNvSpPr>
            <a:spLocks noGrp="1"/>
          </p:cNvSpPr>
          <p:nvPr>
            <p:ph type="title" hasCustomPrompt="1"/>
          </p:nvPr>
        </p:nvSpPr>
        <p:spPr>
          <a:xfrm>
            <a:off x="1007534" y="1940984"/>
            <a:ext cx="3950231" cy="1007533"/>
          </a:xfrm>
          <a:prstGeom prst="rect">
            <a:avLst/>
          </a:prstGeom>
        </p:spPr>
        <p:txBody>
          <a:bodyPr anchor="t"/>
          <a:lstStyle>
            <a:lvl1pPr>
              <a:defRPr sz="4000">
                <a:latin typeface="+mj-lt"/>
              </a:defRPr>
            </a:lvl1pPr>
          </a:lstStyle>
          <a:p>
            <a:r>
              <a:rPr lang="en-US"/>
              <a:t>Header</a:t>
            </a:r>
          </a:p>
        </p:txBody>
      </p:sp>
      <p:sp>
        <p:nvSpPr>
          <p:cNvPr id="12" name="Picture Placeholder 2">
            <a:extLst>
              <a:ext uri="{FF2B5EF4-FFF2-40B4-BE49-F238E27FC236}">
                <a16:creationId xmlns:a16="http://schemas.microsoft.com/office/drawing/2014/main" id="{8B189032-F3C7-6394-3784-F486E98D772E}"/>
              </a:ext>
            </a:extLst>
          </p:cNvPr>
          <p:cNvSpPr>
            <a:spLocks noGrp="1"/>
          </p:cNvSpPr>
          <p:nvPr>
            <p:ph type="pic" idx="1"/>
          </p:nvPr>
        </p:nvSpPr>
        <p:spPr>
          <a:xfrm>
            <a:off x="6239934" y="932392"/>
            <a:ext cx="4944535" cy="4937125"/>
          </a:xfrm>
        </p:spPr>
        <p:txBody>
          <a:bodyPr/>
          <a:lstStyle>
            <a:lvl1pPr marL="0" indent="0">
              <a:buNone/>
              <a:defRPr sz="2133"/>
            </a:lvl1pPr>
            <a:lvl2pPr marL="304807" indent="0">
              <a:buNone/>
              <a:defRPr sz="1867"/>
            </a:lvl2pPr>
            <a:lvl3pPr marL="609615" indent="0">
              <a:buNone/>
              <a:defRPr sz="1600"/>
            </a:lvl3pPr>
            <a:lvl4pPr marL="914424" indent="0">
              <a:buNone/>
              <a:defRPr sz="1333"/>
            </a:lvl4pPr>
            <a:lvl5pPr marL="1219231" indent="0">
              <a:buNone/>
              <a:defRPr sz="1333"/>
            </a:lvl5pPr>
            <a:lvl6pPr marL="1524038" indent="0">
              <a:buNone/>
              <a:defRPr sz="1333"/>
            </a:lvl6pPr>
            <a:lvl7pPr marL="1828845" indent="0">
              <a:buNone/>
              <a:defRPr sz="1333"/>
            </a:lvl7pPr>
            <a:lvl8pPr marL="2133653" indent="0">
              <a:buNone/>
              <a:defRPr sz="1333"/>
            </a:lvl8pPr>
            <a:lvl9pPr marL="2438462" indent="0">
              <a:buNone/>
              <a:defRPr sz="1333"/>
            </a:lvl9pPr>
          </a:lstStyle>
          <a:p>
            <a:endParaRPr lang="en-US"/>
          </a:p>
        </p:txBody>
      </p:sp>
      <p:sp>
        <p:nvSpPr>
          <p:cNvPr id="13" name="Text Placeholder 3">
            <a:extLst>
              <a:ext uri="{FF2B5EF4-FFF2-40B4-BE49-F238E27FC236}">
                <a16:creationId xmlns:a16="http://schemas.microsoft.com/office/drawing/2014/main" id="{517EF26A-672A-8DFC-9B69-44117E8C975A}"/>
              </a:ext>
            </a:extLst>
          </p:cNvPr>
          <p:cNvSpPr>
            <a:spLocks noGrp="1"/>
          </p:cNvSpPr>
          <p:nvPr>
            <p:ph type="body" sz="half" idx="2"/>
          </p:nvPr>
        </p:nvSpPr>
        <p:spPr>
          <a:xfrm>
            <a:off x="1007534" y="3285069"/>
            <a:ext cx="3935943" cy="2584449"/>
          </a:xfrm>
        </p:spPr>
        <p:txBody>
          <a:bodyPr/>
          <a:lstStyle>
            <a:lvl1pPr marL="0" indent="0">
              <a:buNone/>
              <a:defRPr sz="1067"/>
            </a:lvl1pPr>
            <a:lvl2pPr marL="304807" indent="0">
              <a:buNone/>
              <a:defRPr sz="933"/>
            </a:lvl2pPr>
            <a:lvl3pPr marL="609615" indent="0">
              <a:buNone/>
              <a:defRPr sz="800"/>
            </a:lvl3pPr>
            <a:lvl4pPr marL="914424" indent="0">
              <a:buNone/>
              <a:defRPr sz="667"/>
            </a:lvl4pPr>
            <a:lvl5pPr marL="1219231" indent="0">
              <a:buNone/>
              <a:defRPr sz="667"/>
            </a:lvl5pPr>
            <a:lvl6pPr marL="1524038" indent="0">
              <a:buNone/>
              <a:defRPr sz="667"/>
            </a:lvl6pPr>
            <a:lvl7pPr marL="1828845" indent="0">
              <a:buNone/>
              <a:defRPr sz="667"/>
            </a:lvl7pPr>
            <a:lvl8pPr marL="2133653" indent="0">
              <a:buNone/>
              <a:defRPr sz="667"/>
            </a:lvl8pPr>
            <a:lvl9pPr marL="2438462" indent="0">
              <a:buNone/>
              <a:defRPr sz="667"/>
            </a:lvl9pPr>
          </a:lstStyle>
          <a:p>
            <a:pPr lvl="0"/>
            <a:r>
              <a:rPr lang="en-US"/>
              <a:t>Click to edit Master text styles</a:t>
            </a:r>
          </a:p>
        </p:txBody>
      </p:sp>
      <p:sp>
        <p:nvSpPr>
          <p:cNvPr id="9" name="Text Placeholder 2">
            <a:extLst>
              <a:ext uri="{FF2B5EF4-FFF2-40B4-BE49-F238E27FC236}">
                <a16:creationId xmlns:a16="http://schemas.microsoft.com/office/drawing/2014/main" id="{177DA0BC-73BF-D2E3-14E5-BB48157D0898}"/>
              </a:ext>
            </a:extLst>
          </p:cNvPr>
          <p:cNvSpPr>
            <a:spLocks noGrp="1"/>
          </p:cNvSpPr>
          <p:nvPr>
            <p:ph type="body" idx="18" hasCustomPrompt="1"/>
          </p:nvPr>
        </p:nvSpPr>
        <p:spPr>
          <a:xfrm>
            <a:off x="1014679" y="1316567"/>
            <a:ext cx="3935941" cy="287867"/>
          </a:xfrm>
        </p:spPr>
        <p:txBody>
          <a:bodyPr wrap="square">
            <a:noAutofit/>
          </a:bodyPr>
          <a:lstStyle>
            <a:lvl1pPr marL="0" indent="0">
              <a:lnSpc>
                <a:spcPts val="1467"/>
              </a:lnSpc>
              <a:buNone/>
              <a:defRPr sz="1200" b="1">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PREHEADER</a:t>
            </a:r>
            <a:endParaRPr lang="en-US"/>
          </a:p>
        </p:txBody>
      </p:sp>
    </p:spTree>
    <p:extLst>
      <p:ext uri="{BB962C8B-B14F-4D97-AF65-F5344CB8AC3E}">
        <p14:creationId xmlns:p14="http://schemas.microsoft.com/office/powerpoint/2010/main" val="1217664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Text-Quote-0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814F5C1-C56D-9B26-D771-A88D864E1EA6}"/>
              </a:ext>
            </a:extLst>
          </p:cNvPr>
          <p:cNvSpPr/>
          <p:nvPr userDrawn="1"/>
        </p:nvSpPr>
        <p:spPr>
          <a:xfrm>
            <a:off x="2" y="3909484"/>
            <a:ext cx="12178111" cy="29485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itle 1">
            <a:extLst>
              <a:ext uri="{FF2B5EF4-FFF2-40B4-BE49-F238E27FC236}">
                <a16:creationId xmlns:a16="http://schemas.microsoft.com/office/drawing/2014/main" id="{76591F59-105F-0470-D9D5-4AACB65EB669}"/>
              </a:ext>
            </a:extLst>
          </p:cNvPr>
          <p:cNvSpPr>
            <a:spLocks noGrp="1"/>
          </p:cNvSpPr>
          <p:nvPr>
            <p:ph type="title" hasCustomPrompt="1"/>
          </p:nvPr>
        </p:nvSpPr>
        <p:spPr>
          <a:xfrm>
            <a:off x="1007534" y="1604436"/>
            <a:ext cx="4272492" cy="1008593"/>
          </a:xfrm>
          <a:prstGeom prst="rect">
            <a:avLst/>
          </a:prstGeom>
        </p:spPr>
        <p:txBody>
          <a:bodyPr anchor="t"/>
          <a:lstStyle>
            <a:lvl1pPr>
              <a:defRPr sz="4000">
                <a:solidFill>
                  <a:schemeClr val="tx2"/>
                </a:solidFill>
                <a:latin typeface="+mj-lt"/>
              </a:defRPr>
            </a:lvl1pPr>
          </a:lstStyle>
          <a:p>
            <a:r>
              <a:rPr lang="en-US"/>
              <a:t>Header</a:t>
            </a:r>
          </a:p>
        </p:txBody>
      </p:sp>
      <p:sp>
        <p:nvSpPr>
          <p:cNvPr id="16" name="Text Placeholder 2">
            <a:extLst>
              <a:ext uri="{FF2B5EF4-FFF2-40B4-BE49-F238E27FC236}">
                <a16:creationId xmlns:a16="http://schemas.microsoft.com/office/drawing/2014/main" id="{D9F28281-4B65-7DB0-3410-6DCF06335381}"/>
              </a:ext>
            </a:extLst>
          </p:cNvPr>
          <p:cNvSpPr>
            <a:spLocks noGrp="1"/>
          </p:cNvSpPr>
          <p:nvPr>
            <p:ph type="body" idx="1"/>
          </p:nvPr>
        </p:nvSpPr>
        <p:spPr>
          <a:xfrm>
            <a:off x="6911977" y="1604436"/>
            <a:ext cx="4272491" cy="1968499"/>
          </a:xfrm>
        </p:spPr>
        <p:txBody>
          <a:bodyPr>
            <a:normAutofit/>
          </a:bodyPr>
          <a:lstStyle>
            <a:lvl1pPr marL="0" indent="0">
              <a:lnSpc>
                <a:spcPts val="1867"/>
              </a:lnSpc>
              <a:buNone/>
              <a:defRPr sz="120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pic>
        <p:nvPicPr>
          <p:cNvPr id="26" name="Picture 25">
            <a:extLst>
              <a:ext uri="{FF2B5EF4-FFF2-40B4-BE49-F238E27FC236}">
                <a16:creationId xmlns:a16="http://schemas.microsoft.com/office/drawing/2014/main" id="{C486A7CB-DE96-4AA5-9BBC-F180BDAA40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976" y="4251325"/>
            <a:ext cx="423333" cy="330200"/>
          </a:xfrm>
          <a:prstGeom prst="rect">
            <a:avLst/>
          </a:prstGeom>
        </p:spPr>
      </p:pic>
      <p:sp>
        <p:nvSpPr>
          <p:cNvPr id="22" name="Text Placeholder 2">
            <a:extLst>
              <a:ext uri="{FF2B5EF4-FFF2-40B4-BE49-F238E27FC236}">
                <a16:creationId xmlns:a16="http://schemas.microsoft.com/office/drawing/2014/main" id="{96DA0DC2-05D0-8E12-30EA-5BE5815AF91A}"/>
              </a:ext>
            </a:extLst>
          </p:cNvPr>
          <p:cNvSpPr>
            <a:spLocks noGrp="1"/>
          </p:cNvSpPr>
          <p:nvPr>
            <p:ph type="body" idx="11"/>
          </p:nvPr>
        </p:nvSpPr>
        <p:spPr>
          <a:xfrm>
            <a:off x="6911976" y="4923369"/>
            <a:ext cx="4272491" cy="953559"/>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pic>
        <p:nvPicPr>
          <p:cNvPr id="30" name="Picture 29">
            <a:extLst>
              <a:ext uri="{FF2B5EF4-FFF2-40B4-BE49-F238E27FC236}">
                <a16:creationId xmlns:a16="http://schemas.microsoft.com/office/drawing/2014/main" id="{BA8DEB65-B8AB-85CF-BD59-DD6EDDB770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9939" y="4251325"/>
            <a:ext cx="423333" cy="330200"/>
          </a:xfrm>
          <a:prstGeom prst="rect">
            <a:avLst/>
          </a:prstGeom>
        </p:spPr>
      </p:pic>
      <p:sp>
        <p:nvSpPr>
          <p:cNvPr id="31" name="Text Placeholder 2">
            <a:extLst>
              <a:ext uri="{FF2B5EF4-FFF2-40B4-BE49-F238E27FC236}">
                <a16:creationId xmlns:a16="http://schemas.microsoft.com/office/drawing/2014/main" id="{B983E561-D7CE-7BCA-B52D-7069796828C4}"/>
              </a:ext>
            </a:extLst>
          </p:cNvPr>
          <p:cNvSpPr>
            <a:spLocks noGrp="1"/>
          </p:cNvSpPr>
          <p:nvPr>
            <p:ph type="body" idx="13"/>
          </p:nvPr>
        </p:nvSpPr>
        <p:spPr>
          <a:xfrm>
            <a:off x="1007535" y="4923368"/>
            <a:ext cx="4272491" cy="951499"/>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sp>
        <p:nvSpPr>
          <p:cNvPr id="33" name="Text Placeholder 2">
            <a:extLst>
              <a:ext uri="{FF2B5EF4-FFF2-40B4-BE49-F238E27FC236}">
                <a16:creationId xmlns:a16="http://schemas.microsoft.com/office/drawing/2014/main" id="{F2C50E2F-647B-0FCF-3F6C-AB059AC0BCD2}"/>
              </a:ext>
            </a:extLst>
          </p:cNvPr>
          <p:cNvSpPr>
            <a:spLocks noGrp="1"/>
          </p:cNvSpPr>
          <p:nvPr>
            <p:ph type="body" idx="15" hasCustomPrompt="1"/>
          </p:nvPr>
        </p:nvSpPr>
        <p:spPr>
          <a:xfrm>
            <a:off x="6919111" y="5874865"/>
            <a:ext cx="4272491"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4" name="Text Placeholder 2">
            <a:extLst>
              <a:ext uri="{FF2B5EF4-FFF2-40B4-BE49-F238E27FC236}">
                <a16:creationId xmlns:a16="http://schemas.microsoft.com/office/drawing/2014/main" id="{4991CC61-0240-350B-B5EF-C5E9B555DE6E}"/>
              </a:ext>
            </a:extLst>
          </p:cNvPr>
          <p:cNvSpPr>
            <a:spLocks noGrp="1"/>
          </p:cNvSpPr>
          <p:nvPr>
            <p:ph type="body" idx="16" hasCustomPrompt="1"/>
          </p:nvPr>
        </p:nvSpPr>
        <p:spPr>
          <a:xfrm>
            <a:off x="6919111" y="6162733"/>
            <a:ext cx="4272491" cy="338611"/>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
        <p:nvSpPr>
          <p:cNvPr id="35" name="Text Placeholder 2">
            <a:extLst>
              <a:ext uri="{FF2B5EF4-FFF2-40B4-BE49-F238E27FC236}">
                <a16:creationId xmlns:a16="http://schemas.microsoft.com/office/drawing/2014/main" id="{72E9279B-6C10-025A-8504-3BF6960BDEE9}"/>
              </a:ext>
            </a:extLst>
          </p:cNvPr>
          <p:cNvSpPr>
            <a:spLocks noGrp="1"/>
          </p:cNvSpPr>
          <p:nvPr>
            <p:ph type="body" idx="17" hasCustomPrompt="1"/>
          </p:nvPr>
        </p:nvSpPr>
        <p:spPr>
          <a:xfrm>
            <a:off x="1005912" y="5881272"/>
            <a:ext cx="4277813"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6" name="Text Placeholder 2">
            <a:extLst>
              <a:ext uri="{FF2B5EF4-FFF2-40B4-BE49-F238E27FC236}">
                <a16:creationId xmlns:a16="http://schemas.microsoft.com/office/drawing/2014/main" id="{044770AD-D4B7-4BDF-49EE-0E850E8CF42B}"/>
              </a:ext>
            </a:extLst>
          </p:cNvPr>
          <p:cNvSpPr>
            <a:spLocks noGrp="1"/>
          </p:cNvSpPr>
          <p:nvPr>
            <p:ph type="body" idx="18" hasCustomPrompt="1"/>
          </p:nvPr>
        </p:nvSpPr>
        <p:spPr>
          <a:xfrm>
            <a:off x="1011235" y="6169137"/>
            <a:ext cx="4272491" cy="338611"/>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Tree>
    <p:extLst>
      <p:ext uri="{BB962C8B-B14F-4D97-AF65-F5344CB8AC3E}">
        <p14:creationId xmlns:p14="http://schemas.microsoft.com/office/powerpoint/2010/main" val="1834138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Text-Quote-0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814F5C1-C56D-9B26-D771-A88D864E1EA6}"/>
              </a:ext>
            </a:extLst>
          </p:cNvPr>
          <p:cNvSpPr/>
          <p:nvPr userDrawn="1"/>
        </p:nvSpPr>
        <p:spPr>
          <a:xfrm>
            <a:off x="7920569" y="1"/>
            <a:ext cx="4257545" cy="6858000"/>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7" name="Footer Placeholder 9">
            <a:extLst>
              <a:ext uri="{FF2B5EF4-FFF2-40B4-BE49-F238E27FC236}">
                <a16:creationId xmlns:a16="http://schemas.microsoft.com/office/drawing/2014/main" id="{F6AE163E-B877-9FA9-AC9C-EC6BF0A1BC05}"/>
              </a:ext>
            </a:extLst>
          </p:cNvPr>
          <p:cNvSpPr>
            <a:spLocks noGrp="1"/>
          </p:cNvSpPr>
          <p:nvPr>
            <p:ph type="ftr" sz="quarter" idx="10"/>
          </p:nvPr>
        </p:nvSpPr>
        <p:spPr>
          <a:xfrm>
            <a:off x="1007534" y="6170085"/>
            <a:ext cx="3935943" cy="336551"/>
          </a:xfrm>
          <a:prstGeom prst="rect">
            <a:avLst/>
          </a:prstGeom>
        </p:spPr>
        <p:txBody>
          <a:bodyPr/>
          <a:lstStyle>
            <a:lvl1pPr>
              <a:defRPr>
                <a:solidFill>
                  <a:schemeClr val="tx2"/>
                </a:solidFill>
              </a:defRPr>
            </a:lvl1pPr>
          </a:lstStyle>
          <a:p>
            <a:endParaRPr lang="en-US"/>
          </a:p>
        </p:txBody>
      </p:sp>
      <p:sp>
        <p:nvSpPr>
          <p:cNvPr id="28" name="Title 1">
            <a:extLst>
              <a:ext uri="{FF2B5EF4-FFF2-40B4-BE49-F238E27FC236}">
                <a16:creationId xmlns:a16="http://schemas.microsoft.com/office/drawing/2014/main" id="{E852B1DC-4E99-E907-F657-C0C2D4E3625B}"/>
              </a:ext>
            </a:extLst>
          </p:cNvPr>
          <p:cNvSpPr>
            <a:spLocks noGrp="1"/>
          </p:cNvSpPr>
          <p:nvPr>
            <p:ph type="title" hasCustomPrompt="1"/>
          </p:nvPr>
        </p:nvSpPr>
        <p:spPr>
          <a:xfrm>
            <a:off x="1007534" y="1604436"/>
            <a:ext cx="3935943" cy="1008593"/>
          </a:xfrm>
          <a:prstGeom prst="rect">
            <a:avLst/>
          </a:prstGeom>
        </p:spPr>
        <p:txBody>
          <a:bodyPr anchor="t"/>
          <a:lstStyle>
            <a:lvl1pPr>
              <a:defRPr sz="4000">
                <a:solidFill>
                  <a:schemeClr val="tx2"/>
                </a:solidFill>
                <a:latin typeface="+mj-lt"/>
              </a:defRPr>
            </a:lvl1pPr>
          </a:lstStyle>
          <a:p>
            <a:r>
              <a:rPr lang="en-US"/>
              <a:t>Header</a:t>
            </a:r>
          </a:p>
        </p:txBody>
      </p:sp>
      <p:sp>
        <p:nvSpPr>
          <p:cNvPr id="29" name="Text Placeholder 2">
            <a:extLst>
              <a:ext uri="{FF2B5EF4-FFF2-40B4-BE49-F238E27FC236}">
                <a16:creationId xmlns:a16="http://schemas.microsoft.com/office/drawing/2014/main" id="{47EEC468-801A-0D6A-69C3-597B3B262B35}"/>
              </a:ext>
            </a:extLst>
          </p:cNvPr>
          <p:cNvSpPr>
            <a:spLocks noGrp="1"/>
          </p:cNvSpPr>
          <p:nvPr>
            <p:ph type="body" idx="1"/>
          </p:nvPr>
        </p:nvSpPr>
        <p:spPr>
          <a:xfrm>
            <a:off x="1007536" y="2948517"/>
            <a:ext cx="3935941" cy="2928408"/>
          </a:xfrm>
        </p:spPr>
        <p:txBody>
          <a:bodyPr>
            <a:normAutofit/>
          </a:bodyPr>
          <a:lstStyle>
            <a:lvl1pPr marL="0" indent="0">
              <a:lnSpc>
                <a:spcPts val="1867"/>
              </a:lnSpc>
              <a:buNone/>
              <a:defRPr sz="1200">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pic>
        <p:nvPicPr>
          <p:cNvPr id="30" name="Picture 29">
            <a:extLst>
              <a:ext uri="{FF2B5EF4-FFF2-40B4-BE49-F238E27FC236}">
                <a16:creationId xmlns:a16="http://schemas.microsoft.com/office/drawing/2014/main" id="{D6ED756E-1A7F-C768-67D4-7FC0C8AC77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09423" y="1625289"/>
            <a:ext cx="423333" cy="330200"/>
          </a:xfrm>
          <a:prstGeom prst="rect">
            <a:avLst/>
          </a:prstGeom>
        </p:spPr>
      </p:pic>
      <p:sp>
        <p:nvSpPr>
          <p:cNvPr id="31" name="Text Placeholder 2">
            <a:extLst>
              <a:ext uri="{FF2B5EF4-FFF2-40B4-BE49-F238E27FC236}">
                <a16:creationId xmlns:a16="http://schemas.microsoft.com/office/drawing/2014/main" id="{C997797D-259D-D9A7-3719-6FD4C6A5EBE5}"/>
              </a:ext>
            </a:extLst>
          </p:cNvPr>
          <p:cNvSpPr>
            <a:spLocks noGrp="1"/>
          </p:cNvSpPr>
          <p:nvPr>
            <p:ph type="body" idx="11"/>
          </p:nvPr>
        </p:nvSpPr>
        <p:spPr>
          <a:xfrm>
            <a:off x="8909423" y="2276475"/>
            <a:ext cx="2281247" cy="2956236"/>
          </a:xfrm>
        </p:spPr>
        <p:txBody>
          <a:bodyPr>
            <a:normAutofit/>
          </a:bodyPr>
          <a:lstStyle>
            <a:lvl1pPr marL="0" indent="0">
              <a:lnSpc>
                <a:spcPts val="1467"/>
              </a:lnSpc>
              <a:spcBef>
                <a:spcPts val="0"/>
              </a:spcBef>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US"/>
              <a:t>Click to edit Master text styles</a:t>
            </a:r>
          </a:p>
        </p:txBody>
      </p:sp>
      <p:sp>
        <p:nvSpPr>
          <p:cNvPr id="32" name="Text Placeholder 2">
            <a:extLst>
              <a:ext uri="{FF2B5EF4-FFF2-40B4-BE49-F238E27FC236}">
                <a16:creationId xmlns:a16="http://schemas.microsoft.com/office/drawing/2014/main" id="{60FABB4A-00FF-C376-65EB-BC7A236052DB}"/>
              </a:ext>
            </a:extLst>
          </p:cNvPr>
          <p:cNvSpPr>
            <a:spLocks noGrp="1"/>
          </p:cNvSpPr>
          <p:nvPr>
            <p:ph type="body" idx="12" hasCustomPrompt="1"/>
          </p:nvPr>
        </p:nvSpPr>
        <p:spPr>
          <a:xfrm>
            <a:off x="8897900" y="5253568"/>
            <a:ext cx="2298091" cy="28786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1">
              <a:lnSpc>
                <a:spcPts val="1467"/>
              </a:lnSpc>
              <a:spcBef>
                <a:spcPts val="0"/>
              </a:spcBef>
              <a:spcAft>
                <a:spcPts val="0"/>
              </a:spcAft>
              <a:buClrTx/>
              <a:buSzTx/>
              <a:buFont typeface="Arial" panose="020B0604020202020204" pitchFamily="34" charset="0"/>
              <a:buNone/>
              <a:tabLst/>
              <a:defRPr/>
            </a:pPr>
            <a:r>
              <a:rPr kumimoji="0" lang="en-CA" sz="1200" b="1" i="0" u="none" strike="noStrike" kern="0" cap="none" spc="0" normalizeH="0" baseline="0" noProof="0">
                <a:ln>
                  <a:noFill/>
                </a:ln>
                <a:solidFill>
                  <a:srgbClr val="2414BE"/>
                </a:solidFill>
                <a:effectLst/>
                <a:uLnTx/>
                <a:uFillTx/>
                <a:latin typeface="+mn-lt"/>
                <a:ea typeface="+mn-ea"/>
                <a:cs typeface="+mn-cs"/>
                <a:sym typeface="Calibri"/>
              </a:rPr>
              <a:t>Name</a:t>
            </a:r>
          </a:p>
        </p:txBody>
      </p:sp>
      <p:sp>
        <p:nvSpPr>
          <p:cNvPr id="33" name="Text Placeholder 2">
            <a:extLst>
              <a:ext uri="{FF2B5EF4-FFF2-40B4-BE49-F238E27FC236}">
                <a16:creationId xmlns:a16="http://schemas.microsoft.com/office/drawing/2014/main" id="{D4BF7A29-7F5B-DC52-5A99-1CA6373D6B89}"/>
              </a:ext>
            </a:extLst>
          </p:cNvPr>
          <p:cNvSpPr>
            <a:spLocks noGrp="1"/>
          </p:cNvSpPr>
          <p:nvPr>
            <p:ph type="body" idx="13" hasCustomPrompt="1"/>
          </p:nvPr>
        </p:nvSpPr>
        <p:spPr>
          <a:xfrm>
            <a:off x="8892579" y="5541436"/>
            <a:ext cx="2298091" cy="331417"/>
          </a:xfrm>
        </p:spPr>
        <p:txBody>
          <a:bodyPr>
            <a:normAutofit/>
          </a:bodyPr>
          <a:lstStyle>
            <a:lvl1pPr marL="0" marR="0" indent="0" algn="l" defTabSz="609615" rtl="0" eaLnBrk="1" fontAlgn="auto" latinLnBrk="0" hangingPunct="0">
              <a:lnSpc>
                <a:spcPts val="1867"/>
              </a:lnSpc>
              <a:spcBef>
                <a:spcPts val="0"/>
              </a:spcBef>
              <a:spcAft>
                <a:spcPts val="0"/>
              </a:spcAft>
              <a:buClrTx/>
              <a:buSzTx/>
              <a:buFontTx/>
              <a:buNone/>
              <a:tabLst/>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marL="0" marR="0" lvl="0" indent="0" algn="l" defTabSz="609615" rtl="0" eaLnBrk="1" fontAlgn="auto" latinLnBrk="0" hangingPunct="0">
              <a:lnSpc>
                <a:spcPts val="1867"/>
              </a:lnSpc>
              <a:spcBef>
                <a:spcPts val="0"/>
              </a:spcBef>
              <a:spcAft>
                <a:spcPts val="0"/>
              </a:spcAft>
              <a:buClrTx/>
              <a:buSzTx/>
              <a:buFontTx/>
              <a:buNone/>
              <a:tabLst/>
              <a:defRPr/>
            </a:pPr>
            <a:r>
              <a:rPr kumimoji="0" lang="en-CA" sz="1200" b="0" i="1" u="none" strike="noStrike" kern="0" cap="none" spc="0" normalizeH="0" baseline="0" noProof="0">
                <a:ln>
                  <a:noFill/>
                </a:ln>
                <a:solidFill>
                  <a:srgbClr val="2414BE"/>
                </a:solidFill>
                <a:effectLst/>
                <a:uLnTx/>
                <a:uFillTx/>
                <a:latin typeface="+mn-lt"/>
                <a:ea typeface="+mn-ea"/>
                <a:cs typeface="+mn-cs"/>
                <a:sym typeface="Calibri"/>
              </a:rPr>
              <a:t>Title, Location</a:t>
            </a:r>
            <a:endParaRPr kumimoji="0" lang="en-US" sz="1200" b="0" i="1" u="none" strike="noStrike" kern="0" cap="none" spc="0" normalizeH="0" baseline="0" noProof="0">
              <a:ln>
                <a:noFill/>
              </a:ln>
              <a:solidFill>
                <a:srgbClr val="2414BE"/>
              </a:solidFill>
              <a:effectLst/>
              <a:uLnTx/>
              <a:uFillTx/>
              <a:latin typeface="+mn-lt"/>
              <a:ea typeface="+mn-ea"/>
              <a:cs typeface="+mn-cs"/>
              <a:sym typeface="Calibri"/>
            </a:endParaRPr>
          </a:p>
        </p:txBody>
      </p:sp>
    </p:spTree>
    <p:extLst>
      <p:ext uri="{BB962C8B-B14F-4D97-AF65-F5344CB8AC3E}">
        <p14:creationId xmlns:p14="http://schemas.microsoft.com/office/powerpoint/2010/main" val="13226053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ogram-Detai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204B-44C0-BF5B-34C8-CC84B11C1258}"/>
              </a:ext>
            </a:extLst>
          </p:cNvPr>
          <p:cNvSpPr>
            <a:spLocks noGrp="1"/>
          </p:cNvSpPr>
          <p:nvPr>
            <p:ph type="title" hasCustomPrompt="1"/>
          </p:nvPr>
        </p:nvSpPr>
        <p:spPr>
          <a:xfrm>
            <a:off x="1007534" y="1625177"/>
            <a:ext cx="3935943" cy="651299"/>
          </a:xfrm>
          <a:prstGeom prst="rect">
            <a:avLst/>
          </a:prstGeom>
        </p:spPr>
        <p:txBody>
          <a:bodyPr anchor="t">
            <a:noAutofit/>
          </a:bodyPr>
          <a:lstStyle>
            <a:lvl1pPr>
              <a:defRPr sz="4000">
                <a:latin typeface="+mj-lt"/>
              </a:defRPr>
            </a:lvl1pPr>
          </a:lstStyle>
          <a:p>
            <a:r>
              <a:rPr lang="en-US"/>
              <a:t>Program Name</a:t>
            </a:r>
          </a:p>
        </p:txBody>
      </p:sp>
      <p:sp>
        <p:nvSpPr>
          <p:cNvPr id="3" name="Text Placeholder 2">
            <a:extLst>
              <a:ext uri="{FF2B5EF4-FFF2-40B4-BE49-F238E27FC236}">
                <a16:creationId xmlns:a16="http://schemas.microsoft.com/office/drawing/2014/main" id="{7B14BF9C-A372-9550-9A08-65E5B9AED233}"/>
              </a:ext>
            </a:extLst>
          </p:cNvPr>
          <p:cNvSpPr>
            <a:spLocks noGrp="1"/>
          </p:cNvSpPr>
          <p:nvPr>
            <p:ph type="body" idx="1"/>
          </p:nvPr>
        </p:nvSpPr>
        <p:spPr>
          <a:xfrm>
            <a:off x="1007534" y="2613026"/>
            <a:ext cx="3935943" cy="1631951"/>
          </a:xfrm>
        </p:spPr>
        <p:txBody>
          <a:bodyPr>
            <a:no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pic>
        <p:nvPicPr>
          <p:cNvPr id="17" name="Picture 16" descr="Shape, square&#10;&#10;Description automatically generated">
            <a:extLst>
              <a:ext uri="{FF2B5EF4-FFF2-40B4-BE49-F238E27FC236}">
                <a16:creationId xmlns:a16="http://schemas.microsoft.com/office/drawing/2014/main" id="{BA95F017-9685-3D5F-CA3D-73CB77744B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42236" y="548680"/>
            <a:ext cx="6549765" cy="6012285"/>
          </a:xfrm>
          <a:prstGeom prst="rect">
            <a:avLst/>
          </a:prstGeom>
        </p:spPr>
      </p:pic>
      <p:pic>
        <p:nvPicPr>
          <p:cNvPr id="19" name="Picture 18">
            <a:extLst>
              <a:ext uri="{FF2B5EF4-FFF2-40B4-BE49-F238E27FC236}">
                <a16:creationId xmlns:a16="http://schemas.microsoft.com/office/drawing/2014/main" id="{7E307AD8-9ED4-3708-977F-1563CA1C2E5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3393" y="4171226"/>
            <a:ext cx="4751372" cy="2400959"/>
          </a:xfrm>
          <a:prstGeom prst="rect">
            <a:avLst/>
          </a:prstGeom>
        </p:spPr>
      </p:pic>
      <p:sp>
        <p:nvSpPr>
          <p:cNvPr id="24" name="TextBox 23">
            <a:extLst>
              <a:ext uri="{FF2B5EF4-FFF2-40B4-BE49-F238E27FC236}">
                <a16:creationId xmlns:a16="http://schemas.microsoft.com/office/drawing/2014/main" id="{26A344F9-7493-F706-6298-71422C019ABE}"/>
              </a:ext>
            </a:extLst>
          </p:cNvPr>
          <p:cNvSpPr txBox="1"/>
          <p:nvPr userDrawn="1"/>
        </p:nvSpPr>
        <p:spPr>
          <a:xfrm>
            <a:off x="1199456" y="4773151"/>
            <a:ext cx="3504389" cy="256545"/>
          </a:xfrm>
          <a:prstGeom prst="rect">
            <a:avLst/>
          </a:prstGeom>
          <a:noFill/>
        </p:spPr>
        <p:txBody>
          <a:bodyPr wrap="square" rtlCol="0">
            <a:spAutoFit/>
          </a:bodyPr>
          <a:lstStyle/>
          <a:p>
            <a:r>
              <a:rPr lang="en-US" sz="1067" b="1">
                <a:solidFill>
                  <a:schemeClr val="tx2"/>
                </a:solidFill>
              </a:rPr>
              <a:t>Technology Highlights</a:t>
            </a:r>
          </a:p>
        </p:txBody>
      </p:sp>
      <p:sp>
        <p:nvSpPr>
          <p:cNvPr id="47" name="Text Placeholder 2">
            <a:extLst>
              <a:ext uri="{FF2B5EF4-FFF2-40B4-BE49-F238E27FC236}">
                <a16:creationId xmlns:a16="http://schemas.microsoft.com/office/drawing/2014/main" id="{487BB87B-01D0-93E0-889D-6BFD3B85D8BE}"/>
              </a:ext>
            </a:extLst>
          </p:cNvPr>
          <p:cNvSpPr>
            <a:spLocks noGrp="1"/>
          </p:cNvSpPr>
          <p:nvPr>
            <p:ph type="body" idx="10"/>
          </p:nvPr>
        </p:nvSpPr>
        <p:spPr>
          <a:xfrm>
            <a:off x="6239935" y="2276476"/>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49" name="Text Placeholder 2">
            <a:extLst>
              <a:ext uri="{FF2B5EF4-FFF2-40B4-BE49-F238E27FC236}">
                <a16:creationId xmlns:a16="http://schemas.microsoft.com/office/drawing/2014/main" id="{535DB8CD-6EE3-33C5-4437-511ADA0B48A1}"/>
              </a:ext>
            </a:extLst>
          </p:cNvPr>
          <p:cNvSpPr>
            <a:spLocks noGrp="1"/>
          </p:cNvSpPr>
          <p:nvPr>
            <p:ph type="body" idx="11"/>
          </p:nvPr>
        </p:nvSpPr>
        <p:spPr>
          <a:xfrm>
            <a:off x="6239935" y="3365776"/>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3" name="Text Placeholder 2">
            <a:extLst>
              <a:ext uri="{FF2B5EF4-FFF2-40B4-BE49-F238E27FC236}">
                <a16:creationId xmlns:a16="http://schemas.microsoft.com/office/drawing/2014/main" id="{8FE592E6-6EF6-5CA9-6E1C-69684C9C870E}"/>
              </a:ext>
            </a:extLst>
          </p:cNvPr>
          <p:cNvSpPr>
            <a:spLocks noGrp="1"/>
          </p:cNvSpPr>
          <p:nvPr>
            <p:ph type="body" idx="12"/>
          </p:nvPr>
        </p:nvSpPr>
        <p:spPr>
          <a:xfrm>
            <a:off x="6239937" y="4407489"/>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5" name="Text Placeholder 2">
            <a:extLst>
              <a:ext uri="{FF2B5EF4-FFF2-40B4-BE49-F238E27FC236}">
                <a16:creationId xmlns:a16="http://schemas.microsoft.com/office/drawing/2014/main" id="{F213EFBD-99FF-29AC-6496-D881264EC4A6}"/>
              </a:ext>
            </a:extLst>
          </p:cNvPr>
          <p:cNvSpPr>
            <a:spLocks noGrp="1"/>
          </p:cNvSpPr>
          <p:nvPr>
            <p:ph type="body" idx="13"/>
          </p:nvPr>
        </p:nvSpPr>
        <p:spPr>
          <a:xfrm>
            <a:off x="6239935" y="5354953"/>
            <a:ext cx="2976033" cy="263790"/>
          </a:xfrm>
        </p:spPr>
        <p:txBody>
          <a:bodyPr>
            <a:spAutoFit/>
          </a:bodyPr>
          <a:lstStyle>
            <a:lvl1pPr marL="0" indent="0">
              <a:lnSpc>
                <a:spcPts val="1467"/>
              </a:lnSpc>
              <a:buNone/>
              <a:defRPr sz="933">
                <a:solidFill>
                  <a:schemeClr val="tx1"/>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Click to edit Master text styles</a:t>
            </a:r>
            <a:endParaRPr lang="en-US"/>
          </a:p>
        </p:txBody>
      </p:sp>
      <p:sp>
        <p:nvSpPr>
          <p:cNvPr id="5" name="Picture Placeholder 4">
            <a:extLst>
              <a:ext uri="{FF2B5EF4-FFF2-40B4-BE49-F238E27FC236}">
                <a16:creationId xmlns:a16="http://schemas.microsoft.com/office/drawing/2014/main" id="{932C116F-C490-0F09-72FA-2ADFEFCDDD7A}"/>
              </a:ext>
            </a:extLst>
          </p:cNvPr>
          <p:cNvSpPr>
            <a:spLocks noGrp="1"/>
          </p:cNvSpPr>
          <p:nvPr>
            <p:ph type="pic" sz="quarter" idx="14"/>
          </p:nvPr>
        </p:nvSpPr>
        <p:spPr>
          <a:xfrm>
            <a:off x="9552385" y="932392"/>
            <a:ext cx="2639616" cy="5232400"/>
          </a:xfrm>
        </p:spPr>
        <p:txBody>
          <a:bodyPr/>
          <a:lstStyle/>
          <a:p>
            <a:endParaRPr lang="en-US"/>
          </a:p>
        </p:txBody>
      </p:sp>
      <p:sp>
        <p:nvSpPr>
          <p:cNvPr id="7" name="Picture Placeholder 6">
            <a:extLst>
              <a:ext uri="{FF2B5EF4-FFF2-40B4-BE49-F238E27FC236}">
                <a16:creationId xmlns:a16="http://schemas.microsoft.com/office/drawing/2014/main" id="{0A8BB25A-4920-6196-C641-9ACC6F38FD28}"/>
              </a:ext>
            </a:extLst>
          </p:cNvPr>
          <p:cNvSpPr>
            <a:spLocks noGrp="1"/>
          </p:cNvSpPr>
          <p:nvPr>
            <p:ph type="pic" sz="quarter" idx="15"/>
          </p:nvPr>
        </p:nvSpPr>
        <p:spPr>
          <a:xfrm>
            <a:off x="1364052" y="5096902"/>
            <a:ext cx="672041" cy="623359"/>
          </a:xfrm>
        </p:spPr>
        <p:txBody>
          <a:bodyPr/>
          <a:lstStyle/>
          <a:p>
            <a:endParaRPr lang="en-US"/>
          </a:p>
        </p:txBody>
      </p:sp>
      <p:sp>
        <p:nvSpPr>
          <p:cNvPr id="28" name="Picture Placeholder 6">
            <a:extLst>
              <a:ext uri="{FF2B5EF4-FFF2-40B4-BE49-F238E27FC236}">
                <a16:creationId xmlns:a16="http://schemas.microsoft.com/office/drawing/2014/main" id="{880E017E-603E-551D-B0EA-CF2496696E86}"/>
              </a:ext>
            </a:extLst>
          </p:cNvPr>
          <p:cNvSpPr>
            <a:spLocks noGrp="1"/>
          </p:cNvSpPr>
          <p:nvPr>
            <p:ph type="pic" sz="quarter" idx="16"/>
          </p:nvPr>
        </p:nvSpPr>
        <p:spPr>
          <a:xfrm>
            <a:off x="2640014" y="5096902"/>
            <a:ext cx="672041" cy="623359"/>
          </a:xfrm>
        </p:spPr>
        <p:txBody>
          <a:bodyPr/>
          <a:lstStyle/>
          <a:p>
            <a:endParaRPr lang="en-US"/>
          </a:p>
        </p:txBody>
      </p:sp>
      <p:sp>
        <p:nvSpPr>
          <p:cNvPr id="29" name="Picture Placeholder 6">
            <a:extLst>
              <a:ext uri="{FF2B5EF4-FFF2-40B4-BE49-F238E27FC236}">
                <a16:creationId xmlns:a16="http://schemas.microsoft.com/office/drawing/2014/main" id="{2B0E3B79-F1CD-AD57-FFFB-1A716CE470AB}"/>
              </a:ext>
            </a:extLst>
          </p:cNvPr>
          <p:cNvSpPr>
            <a:spLocks noGrp="1"/>
          </p:cNvSpPr>
          <p:nvPr>
            <p:ph type="pic" sz="quarter" idx="17"/>
          </p:nvPr>
        </p:nvSpPr>
        <p:spPr>
          <a:xfrm>
            <a:off x="3935778" y="5096902"/>
            <a:ext cx="672041" cy="623359"/>
          </a:xfrm>
        </p:spPr>
        <p:txBody>
          <a:bodyPr/>
          <a:lstStyle/>
          <a:p>
            <a:endParaRPr lang="en-US"/>
          </a:p>
        </p:txBody>
      </p:sp>
      <p:sp>
        <p:nvSpPr>
          <p:cNvPr id="35" name="Text Placeholder 2">
            <a:extLst>
              <a:ext uri="{FF2B5EF4-FFF2-40B4-BE49-F238E27FC236}">
                <a16:creationId xmlns:a16="http://schemas.microsoft.com/office/drawing/2014/main" id="{5D5BC272-7CD2-F798-FAE4-2271ACC067C7}"/>
              </a:ext>
            </a:extLst>
          </p:cNvPr>
          <p:cNvSpPr>
            <a:spLocks noGrp="1"/>
          </p:cNvSpPr>
          <p:nvPr>
            <p:ph type="body" idx="18" hasCustomPrompt="1"/>
          </p:nvPr>
        </p:nvSpPr>
        <p:spPr>
          <a:xfrm>
            <a:off x="1007535" y="1316568"/>
            <a:ext cx="3935941" cy="287867"/>
          </a:xfrm>
        </p:spPr>
        <p:txBody>
          <a:bodyPr wrap="square">
            <a:noAutofit/>
          </a:bodyPr>
          <a:lstStyle>
            <a:lvl1pPr marL="0" indent="0">
              <a:lnSpc>
                <a:spcPts val="1467"/>
              </a:lnSpc>
              <a:buNone/>
              <a:defRPr sz="1200" b="1">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COUNTRY</a:t>
            </a:r>
            <a:endParaRPr lang="en-US"/>
          </a:p>
        </p:txBody>
      </p:sp>
      <p:sp>
        <p:nvSpPr>
          <p:cNvPr id="37" name="Text Placeholder 2">
            <a:extLst>
              <a:ext uri="{FF2B5EF4-FFF2-40B4-BE49-F238E27FC236}">
                <a16:creationId xmlns:a16="http://schemas.microsoft.com/office/drawing/2014/main" id="{1F64F022-8AB9-994A-DBB7-5BB95A373AE0}"/>
              </a:ext>
            </a:extLst>
          </p:cNvPr>
          <p:cNvSpPr>
            <a:spLocks noGrp="1"/>
          </p:cNvSpPr>
          <p:nvPr>
            <p:ph type="body" idx="19" hasCustomPrompt="1"/>
          </p:nvPr>
        </p:nvSpPr>
        <p:spPr>
          <a:xfrm>
            <a:off x="6239935" y="1316569"/>
            <a:ext cx="2976033" cy="626431"/>
          </a:xfrm>
        </p:spPr>
        <p:txBody>
          <a:bodyPr wrap="square">
            <a:noAutofit/>
          </a:bodyPr>
          <a:lstStyle>
            <a:lvl1pPr marL="0" indent="0">
              <a:lnSpc>
                <a:spcPct val="100000"/>
              </a:lnSpc>
              <a:buNone/>
              <a:defRPr sz="24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How it works</a:t>
            </a:r>
            <a:endParaRPr lang="en-US"/>
          </a:p>
        </p:txBody>
      </p:sp>
      <p:sp>
        <p:nvSpPr>
          <p:cNvPr id="40" name="Text Placeholder 2">
            <a:extLst>
              <a:ext uri="{FF2B5EF4-FFF2-40B4-BE49-F238E27FC236}">
                <a16:creationId xmlns:a16="http://schemas.microsoft.com/office/drawing/2014/main" id="{4B7E3562-4C90-37D7-CC21-1B86A91F3DE4}"/>
              </a:ext>
            </a:extLst>
          </p:cNvPr>
          <p:cNvSpPr>
            <a:spLocks noGrp="1"/>
          </p:cNvSpPr>
          <p:nvPr>
            <p:ph type="body" idx="20" hasCustomPrompt="1"/>
          </p:nvPr>
        </p:nvSpPr>
        <p:spPr>
          <a:xfrm>
            <a:off x="6239935" y="1950896"/>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2" name="Text Placeholder 2">
            <a:extLst>
              <a:ext uri="{FF2B5EF4-FFF2-40B4-BE49-F238E27FC236}">
                <a16:creationId xmlns:a16="http://schemas.microsoft.com/office/drawing/2014/main" id="{EB1EF74C-F85F-8B05-3E75-88E6F81FDA97}"/>
              </a:ext>
            </a:extLst>
          </p:cNvPr>
          <p:cNvSpPr>
            <a:spLocks noGrp="1"/>
          </p:cNvSpPr>
          <p:nvPr>
            <p:ph type="body" idx="21" hasCustomPrompt="1"/>
          </p:nvPr>
        </p:nvSpPr>
        <p:spPr>
          <a:xfrm>
            <a:off x="6239935" y="3037744"/>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4" name="Text Placeholder 2">
            <a:extLst>
              <a:ext uri="{FF2B5EF4-FFF2-40B4-BE49-F238E27FC236}">
                <a16:creationId xmlns:a16="http://schemas.microsoft.com/office/drawing/2014/main" id="{A4A2387C-535C-9A54-59A9-602F0FB375BD}"/>
              </a:ext>
            </a:extLst>
          </p:cNvPr>
          <p:cNvSpPr>
            <a:spLocks noGrp="1"/>
          </p:cNvSpPr>
          <p:nvPr>
            <p:ph type="body" idx="22" hasCustomPrompt="1"/>
          </p:nvPr>
        </p:nvSpPr>
        <p:spPr>
          <a:xfrm>
            <a:off x="6239935" y="4086143"/>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45" name="Text Placeholder 2">
            <a:extLst>
              <a:ext uri="{FF2B5EF4-FFF2-40B4-BE49-F238E27FC236}">
                <a16:creationId xmlns:a16="http://schemas.microsoft.com/office/drawing/2014/main" id="{4F6B054E-E635-848F-85A6-A81DB14C7BD3}"/>
              </a:ext>
            </a:extLst>
          </p:cNvPr>
          <p:cNvSpPr>
            <a:spLocks noGrp="1"/>
          </p:cNvSpPr>
          <p:nvPr>
            <p:ph type="body" idx="23" hasCustomPrompt="1"/>
          </p:nvPr>
        </p:nvSpPr>
        <p:spPr>
          <a:xfrm>
            <a:off x="6239935" y="5028715"/>
            <a:ext cx="2976033" cy="325581"/>
          </a:xfrm>
        </p:spPr>
        <p:txBody>
          <a:bodyPr wrap="square">
            <a:noAutofit/>
          </a:bodyPr>
          <a:lstStyle>
            <a:lvl1pPr marL="0" indent="0">
              <a:lnSpc>
                <a:spcPct val="100000"/>
              </a:lnSpc>
              <a:buNone/>
              <a:defRPr sz="1200" b="0">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err="1">
                <a:effectLst/>
              </a:rPr>
              <a:t>Subheader</a:t>
            </a:r>
            <a:endParaRPr lang="en-US"/>
          </a:p>
        </p:txBody>
      </p:sp>
      <p:sp>
        <p:nvSpPr>
          <p:cNvPr id="50" name="Text Placeholder 2">
            <a:extLst>
              <a:ext uri="{FF2B5EF4-FFF2-40B4-BE49-F238E27FC236}">
                <a16:creationId xmlns:a16="http://schemas.microsoft.com/office/drawing/2014/main" id="{04A73249-9A64-ECA1-5BE3-9841266CD0AD}"/>
              </a:ext>
            </a:extLst>
          </p:cNvPr>
          <p:cNvSpPr>
            <a:spLocks noGrp="1"/>
          </p:cNvSpPr>
          <p:nvPr>
            <p:ph type="body" idx="24" hasCustomPrompt="1"/>
          </p:nvPr>
        </p:nvSpPr>
        <p:spPr>
          <a:xfrm>
            <a:off x="3695733"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
        <p:nvSpPr>
          <p:cNvPr id="51" name="Text Placeholder 2">
            <a:extLst>
              <a:ext uri="{FF2B5EF4-FFF2-40B4-BE49-F238E27FC236}">
                <a16:creationId xmlns:a16="http://schemas.microsoft.com/office/drawing/2014/main" id="{D59D5DC6-077C-5EC6-8F75-24C9F68ED527}"/>
              </a:ext>
            </a:extLst>
          </p:cNvPr>
          <p:cNvSpPr>
            <a:spLocks noGrp="1"/>
          </p:cNvSpPr>
          <p:nvPr>
            <p:ph type="body" idx="25" hasCustomPrompt="1"/>
          </p:nvPr>
        </p:nvSpPr>
        <p:spPr>
          <a:xfrm>
            <a:off x="2409871"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
        <p:nvSpPr>
          <p:cNvPr id="56" name="Text Placeholder 2">
            <a:extLst>
              <a:ext uri="{FF2B5EF4-FFF2-40B4-BE49-F238E27FC236}">
                <a16:creationId xmlns:a16="http://schemas.microsoft.com/office/drawing/2014/main" id="{3C0BC5D7-FAE1-60DB-8632-A2979E4EAFFC}"/>
              </a:ext>
            </a:extLst>
          </p:cNvPr>
          <p:cNvSpPr>
            <a:spLocks noGrp="1"/>
          </p:cNvSpPr>
          <p:nvPr>
            <p:ph type="body" idx="26" hasCustomPrompt="1"/>
          </p:nvPr>
        </p:nvSpPr>
        <p:spPr>
          <a:xfrm>
            <a:off x="1124007" y="5818309"/>
            <a:ext cx="1152128" cy="204201"/>
          </a:xfrm>
        </p:spPr>
        <p:txBody>
          <a:bodyPr wrap="square" anchor="ctr">
            <a:noAutofit/>
          </a:bodyPr>
          <a:lstStyle>
            <a:lvl1pPr marL="0" indent="0" algn="ctr">
              <a:lnSpc>
                <a:spcPts val="1467"/>
              </a:lnSpc>
              <a:buNone/>
              <a:defRPr sz="933">
                <a:solidFill>
                  <a:schemeClr val="tx2"/>
                </a:solidFill>
                <a:latin typeface="+mn-lt"/>
              </a:defRPr>
            </a:lvl1pPr>
            <a:lvl2pPr marL="304807" indent="0">
              <a:buNone/>
              <a:defRPr sz="1333">
                <a:solidFill>
                  <a:schemeClr val="tx1">
                    <a:tint val="75000"/>
                  </a:schemeClr>
                </a:solidFill>
              </a:defRPr>
            </a:lvl2pPr>
            <a:lvl3pPr marL="609615" indent="0">
              <a:buNone/>
              <a:defRPr sz="1200">
                <a:solidFill>
                  <a:schemeClr val="tx1">
                    <a:tint val="75000"/>
                  </a:schemeClr>
                </a:solidFill>
              </a:defRPr>
            </a:lvl3pPr>
            <a:lvl4pPr marL="914424" indent="0">
              <a:buNone/>
              <a:defRPr sz="1067">
                <a:solidFill>
                  <a:schemeClr val="tx1">
                    <a:tint val="75000"/>
                  </a:schemeClr>
                </a:solidFill>
              </a:defRPr>
            </a:lvl4pPr>
            <a:lvl5pPr marL="1219231" indent="0">
              <a:buNone/>
              <a:defRPr sz="1067">
                <a:solidFill>
                  <a:schemeClr val="tx1">
                    <a:tint val="75000"/>
                  </a:schemeClr>
                </a:solidFill>
              </a:defRPr>
            </a:lvl5pPr>
            <a:lvl6pPr marL="1524038" indent="0">
              <a:buNone/>
              <a:defRPr sz="1067">
                <a:solidFill>
                  <a:schemeClr val="tx1">
                    <a:tint val="75000"/>
                  </a:schemeClr>
                </a:solidFill>
              </a:defRPr>
            </a:lvl6pPr>
            <a:lvl7pPr marL="1828845" indent="0">
              <a:buNone/>
              <a:defRPr sz="1067">
                <a:solidFill>
                  <a:schemeClr val="tx1">
                    <a:tint val="75000"/>
                  </a:schemeClr>
                </a:solidFill>
              </a:defRPr>
            </a:lvl7pPr>
            <a:lvl8pPr marL="2133653" indent="0">
              <a:buNone/>
              <a:defRPr sz="1067">
                <a:solidFill>
                  <a:schemeClr val="tx1">
                    <a:tint val="75000"/>
                  </a:schemeClr>
                </a:solidFill>
              </a:defRPr>
            </a:lvl8pPr>
            <a:lvl9pPr marL="2438462" indent="0">
              <a:buNone/>
              <a:defRPr sz="1067">
                <a:solidFill>
                  <a:schemeClr val="tx1">
                    <a:tint val="75000"/>
                  </a:schemeClr>
                </a:solidFill>
              </a:defRPr>
            </a:lvl9pPr>
          </a:lstStyle>
          <a:p>
            <a:pPr lvl="0"/>
            <a:r>
              <a:rPr lang="en-CA">
                <a:effectLst/>
              </a:rPr>
              <a:t>Name</a:t>
            </a:r>
            <a:endParaRPr lang="en-US"/>
          </a:p>
        </p:txBody>
      </p:sp>
    </p:spTree>
    <p:extLst>
      <p:ext uri="{BB962C8B-B14F-4D97-AF65-F5344CB8AC3E}">
        <p14:creationId xmlns:p14="http://schemas.microsoft.com/office/powerpoint/2010/main" val="1222798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653403-7C80-9336-D9B9-045E91FB3B45}"/>
              </a:ext>
            </a:extLst>
          </p:cNvPr>
          <p:cNvSpPr>
            <a:spLocks noGrp="1"/>
          </p:cNvSpPr>
          <p:nvPr>
            <p:ph type="ftr" sz="quarter" idx="10"/>
          </p:nvPr>
        </p:nvSpPr>
        <p:spPr>
          <a:xfrm>
            <a:off x="1007534" y="6170085"/>
            <a:ext cx="4272492" cy="336551"/>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5074BB9-3D03-D075-E310-A4F3E4B4ED14}"/>
              </a:ext>
            </a:extLst>
          </p:cNvPr>
          <p:cNvSpPr>
            <a:spLocks noGrp="1"/>
          </p:cNvSpPr>
          <p:nvPr>
            <p:ph type="sldNum" sz="quarter" idx="11"/>
          </p:nvPr>
        </p:nvSpPr>
        <p:spPr/>
        <p:txBody>
          <a:bodyPr/>
          <a:lstStyle/>
          <a:p>
            <a:fld id="{D1D46272-AB94-3742-B3EA-5AA3145D0914}" type="slidenum">
              <a:rPr lang="en-US" smtClean="0"/>
              <a:pPr/>
              <a:t>‹#›</a:t>
            </a:fld>
            <a:endParaRPr lang="en-US"/>
          </a:p>
        </p:txBody>
      </p:sp>
    </p:spTree>
    <p:extLst>
      <p:ext uri="{BB962C8B-B14F-4D97-AF65-F5344CB8AC3E}">
        <p14:creationId xmlns:p14="http://schemas.microsoft.com/office/powerpoint/2010/main" val="1351426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CC2C47-2840-9045-93D0-9E56F1EDACA4}" type="datetimeFigureOut">
              <a:rPr lang="en-US" smtClean="0"/>
              <a:t>10/20/2025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10226-54FD-4549-BEF3-00EDA0499A34}" type="slidenum">
              <a:rPr lang="en-US" smtClean="0"/>
              <a:t>‹#›</a:t>
            </a:fld>
            <a:endParaRPr lang="en-US"/>
          </a:p>
        </p:txBody>
      </p:sp>
    </p:spTree>
    <p:extLst>
      <p:ext uri="{BB962C8B-B14F-4D97-AF65-F5344CB8AC3E}">
        <p14:creationId xmlns:p14="http://schemas.microsoft.com/office/powerpoint/2010/main" val="59267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4B9CCE-789E-5CAA-66C7-4637E1C39B3C}"/>
              </a:ext>
            </a:extLst>
          </p:cNvPr>
          <p:cNvSpPr>
            <a:spLocks noGrp="1"/>
          </p:cNvSpPr>
          <p:nvPr>
            <p:ph type="body" idx="1"/>
          </p:nvPr>
        </p:nvSpPr>
        <p:spPr>
          <a:xfrm>
            <a:off x="1007535" y="3237442"/>
            <a:ext cx="10176933" cy="2927351"/>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CB14AD6-E832-38AB-18F9-132421205778}"/>
              </a:ext>
            </a:extLst>
          </p:cNvPr>
          <p:cNvSpPr>
            <a:spLocks noGrp="1"/>
          </p:cNvSpPr>
          <p:nvPr>
            <p:ph type="sldNum" sz="quarter" idx="4"/>
          </p:nvPr>
        </p:nvSpPr>
        <p:spPr>
          <a:xfrm>
            <a:off x="8441267" y="6164793"/>
            <a:ext cx="2743200" cy="341841"/>
          </a:xfrm>
          <a:prstGeom prst="rect">
            <a:avLst/>
          </a:prstGeom>
        </p:spPr>
        <p:txBody>
          <a:bodyPr vert="horz" lIns="91440" tIns="45720" rIns="91440" bIns="45720" rtlCol="0" anchor="t">
            <a:noAutofit/>
          </a:bodyPr>
          <a:lstStyle>
            <a:lvl1pPr algn="r">
              <a:defRPr sz="1200" b="1" i="0" spc="200">
                <a:solidFill>
                  <a:schemeClr val="tx2"/>
                </a:solidFill>
                <a:latin typeface="Arial" panose="020B0604020202020204" pitchFamily="34" charset="0"/>
                <a:ea typeface="Inter" panose="02000503000000020004" pitchFamily="2" charset="0"/>
                <a:cs typeface="Arial" panose="020B0604020202020204" pitchFamily="34" charset="0"/>
              </a:defRPr>
            </a:lvl1pPr>
          </a:lstStyle>
          <a:p>
            <a:fld id="{D1D46272-AB94-3742-B3EA-5AA3145D0914}" type="slidenum">
              <a:rPr lang="en-US" smtClean="0"/>
              <a:pPr/>
              <a:t>‹#›</a:t>
            </a:fld>
            <a:endParaRPr lang="en-US"/>
          </a:p>
        </p:txBody>
      </p:sp>
      <p:sp>
        <p:nvSpPr>
          <p:cNvPr id="9" name="Title Placeholder 8">
            <a:extLst>
              <a:ext uri="{FF2B5EF4-FFF2-40B4-BE49-F238E27FC236}">
                <a16:creationId xmlns:a16="http://schemas.microsoft.com/office/drawing/2014/main" id="{482B4B4D-D434-E487-2825-428BE3508A73}"/>
              </a:ext>
            </a:extLst>
          </p:cNvPr>
          <p:cNvSpPr>
            <a:spLocks noGrp="1"/>
          </p:cNvSpPr>
          <p:nvPr>
            <p:ph type="title"/>
          </p:nvPr>
        </p:nvSpPr>
        <p:spPr>
          <a:xfrm>
            <a:off x="1007535" y="1604799"/>
            <a:ext cx="10176933" cy="1002821"/>
          </a:xfrm>
          <a:prstGeom prst="rect">
            <a:avLst/>
          </a:prstGeom>
        </p:spPr>
        <p:txBody>
          <a:bodyPr vert="horz" lIns="91440" tIns="45720" rIns="91440" bIns="45720" rtlCol="0" anchor="t">
            <a:noAutofit/>
          </a:bodyPr>
          <a:lstStyle/>
          <a:p>
            <a:r>
              <a:rPr lang="en-US"/>
              <a:t>Headline</a:t>
            </a:r>
          </a:p>
        </p:txBody>
      </p:sp>
      <p:pic>
        <p:nvPicPr>
          <p:cNvPr id="13" name="Picture 12">
            <a:extLst>
              <a:ext uri="{FF2B5EF4-FFF2-40B4-BE49-F238E27FC236}">
                <a16:creationId xmlns:a16="http://schemas.microsoft.com/office/drawing/2014/main" id="{872AE18A-FC1C-2B84-FD5D-7A4FAAF2C1E7}"/>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1022537" y="644525"/>
            <a:ext cx="2241364" cy="164504"/>
          </a:xfrm>
          <a:prstGeom prst="rect">
            <a:avLst/>
          </a:prstGeom>
        </p:spPr>
      </p:pic>
      <p:sp>
        <p:nvSpPr>
          <p:cNvPr id="16" name="Footer Placeholder 15">
            <a:extLst>
              <a:ext uri="{FF2B5EF4-FFF2-40B4-BE49-F238E27FC236}">
                <a16:creationId xmlns:a16="http://schemas.microsoft.com/office/drawing/2014/main" id="{7305C176-7069-8509-4EAA-0465F66B2BCD}"/>
              </a:ext>
            </a:extLst>
          </p:cNvPr>
          <p:cNvSpPr>
            <a:spLocks noGrp="1"/>
          </p:cNvSpPr>
          <p:nvPr>
            <p:ph type="ftr" sz="quarter" idx="3"/>
          </p:nvPr>
        </p:nvSpPr>
        <p:spPr>
          <a:xfrm>
            <a:off x="1007534" y="6170084"/>
            <a:ext cx="3935943" cy="336549"/>
          </a:xfrm>
          <a:prstGeom prst="rect">
            <a:avLst/>
          </a:prstGeom>
        </p:spPr>
        <p:txBody>
          <a:bodyPr vert="horz" lIns="91440" tIns="45720" rIns="91440" bIns="45720" rtlCol="0" anchor="t">
            <a:noAutofit/>
          </a:bodyPr>
          <a:lstStyle>
            <a:lvl1pPr algn="l">
              <a:defRPr sz="1200" b="1" i="0" spc="200">
                <a:solidFill>
                  <a:schemeClr val="tx2"/>
                </a:solidFill>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11087377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609615" rtl="0" eaLnBrk="1" latinLnBrk="0" hangingPunct="1">
        <a:lnSpc>
          <a:spcPct val="90000"/>
        </a:lnSpc>
        <a:spcBef>
          <a:spcPct val="0"/>
        </a:spcBef>
        <a:buNone/>
        <a:defRPr sz="4000" kern="1200">
          <a:solidFill>
            <a:schemeClr val="tx2"/>
          </a:solidFill>
          <a:latin typeface="Arial" panose="020B0604020202020204" pitchFamily="34" charset="0"/>
          <a:ea typeface="Inter" panose="02000503000000020004" pitchFamily="2" charset="0"/>
          <a:cs typeface="Arial" panose="020B0604020202020204" pitchFamily="34" charset="0"/>
        </a:defRPr>
      </a:lvl1pPr>
    </p:titleStyle>
    <p:bodyStyle>
      <a:lvl1pPr marL="152404" indent="-152404" algn="l" defTabSz="609615" rtl="0" eaLnBrk="1" latinLnBrk="0" hangingPunct="1">
        <a:lnSpc>
          <a:spcPct val="90000"/>
        </a:lnSpc>
        <a:spcBef>
          <a:spcPts val="667"/>
        </a:spcBef>
        <a:buFont typeface="Arial" panose="020B0604020202020204" pitchFamily="34" charset="0"/>
        <a:buChar char="•"/>
        <a:defRPr sz="1867" kern="1200">
          <a:solidFill>
            <a:schemeClr val="tx1"/>
          </a:solidFill>
          <a:latin typeface="Arial" panose="020B0604020202020204" pitchFamily="34" charset="0"/>
          <a:ea typeface="Inter" panose="02000503000000020004" pitchFamily="2" charset="0"/>
          <a:cs typeface="Arial" panose="020B0604020202020204" pitchFamily="34" charset="0"/>
        </a:defRPr>
      </a:lvl1pPr>
      <a:lvl2pPr marL="457211" indent="-152404" algn="l" defTabSz="609615" rtl="0" eaLnBrk="1" latinLnBrk="0" hangingPunct="1">
        <a:lnSpc>
          <a:spcPct val="90000"/>
        </a:lnSpc>
        <a:spcBef>
          <a:spcPts val="333"/>
        </a:spcBef>
        <a:buFont typeface="Arial" panose="020B0604020202020204" pitchFamily="34" charset="0"/>
        <a:buChar char="•"/>
        <a:defRPr sz="1600" kern="1200">
          <a:solidFill>
            <a:schemeClr val="tx1"/>
          </a:solidFill>
          <a:latin typeface="Arial" panose="020B0604020202020204" pitchFamily="34" charset="0"/>
          <a:ea typeface="Inter" panose="02000503000000020004" pitchFamily="2" charset="0"/>
          <a:cs typeface="Arial" panose="020B0604020202020204" pitchFamily="34" charset="0"/>
        </a:defRPr>
      </a:lvl2pPr>
      <a:lvl3pPr marL="762020" indent="-152404" algn="l" defTabSz="609615" rtl="0" eaLnBrk="1" latinLnBrk="0" hangingPunct="1">
        <a:lnSpc>
          <a:spcPct val="90000"/>
        </a:lnSpc>
        <a:spcBef>
          <a:spcPts val="333"/>
        </a:spcBef>
        <a:buFont typeface="Arial" panose="020B0604020202020204" pitchFamily="34" charset="0"/>
        <a:buChar char="•"/>
        <a:defRPr sz="1333" kern="1200">
          <a:solidFill>
            <a:schemeClr val="tx1"/>
          </a:solidFill>
          <a:latin typeface="Arial" panose="020B0604020202020204" pitchFamily="34" charset="0"/>
          <a:ea typeface="Inter" panose="02000503000000020004" pitchFamily="2" charset="0"/>
          <a:cs typeface="Arial" panose="020B0604020202020204" pitchFamily="34" charset="0"/>
        </a:defRPr>
      </a:lvl3pPr>
      <a:lvl4pPr marL="1066827"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Arial" panose="020B0604020202020204" pitchFamily="34" charset="0"/>
          <a:ea typeface="Inter" panose="02000503000000020004" pitchFamily="2" charset="0"/>
          <a:cs typeface="Arial" panose="020B0604020202020204" pitchFamily="34" charset="0"/>
        </a:defRPr>
      </a:lvl4pPr>
      <a:lvl5pPr marL="1371635"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Arial" panose="020B0604020202020204" pitchFamily="34" charset="0"/>
          <a:ea typeface="Inter" panose="02000503000000020004" pitchFamily="2" charset="0"/>
          <a:cs typeface="Arial" panose="020B0604020202020204" pitchFamily="34" charset="0"/>
        </a:defRPr>
      </a:lvl5pPr>
      <a:lvl6pPr marL="1676442"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249"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6058"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866" indent="-152404" algn="l" defTabSz="609615"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15" rtl="0" eaLnBrk="1" latinLnBrk="0" hangingPunct="1">
        <a:defRPr sz="1200" kern="1200">
          <a:solidFill>
            <a:schemeClr val="tx1"/>
          </a:solidFill>
          <a:latin typeface="+mn-lt"/>
          <a:ea typeface="+mn-ea"/>
          <a:cs typeface="+mn-cs"/>
        </a:defRPr>
      </a:lvl1pPr>
      <a:lvl2pPr marL="304807" algn="l" defTabSz="609615" rtl="0" eaLnBrk="1" latinLnBrk="0" hangingPunct="1">
        <a:defRPr sz="1200" kern="1200">
          <a:solidFill>
            <a:schemeClr val="tx1"/>
          </a:solidFill>
          <a:latin typeface="+mn-lt"/>
          <a:ea typeface="+mn-ea"/>
          <a:cs typeface="+mn-cs"/>
        </a:defRPr>
      </a:lvl2pPr>
      <a:lvl3pPr marL="609615" algn="l" defTabSz="609615" rtl="0" eaLnBrk="1" latinLnBrk="0" hangingPunct="1">
        <a:defRPr sz="1200" kern="1200">
          <a:solidFill>
            <a:schemeClr val="tx1"/>
          </a:solidFill>
          <a:latin typeface="+mn-lt"/>
          <a:ea typeface="+mn-ea"/>
          <a:cs typeface="+mn-cs"/>
        </a:defRPr>
      </a:lvl3pPr>
      <a:lvl4pPr marL="914424" algn="l" defTabSz="609615" rtl="0" eaLnBrk="1" latinLnBrk="0" hangingPunct="1">
        <a:defRPr sz="1200" kern="1200">
          <a:solidFill>
            <a:schemeClr val="tx1"/>
          </a:solidFill>
          <a:latin typeface="+mn-lt"/>
          <a:ea typeface="+mn-ea"/>
          <a:cs typeface="+mn-cs"/>
        </a:defRPr>
      </a:lvl4pPr>
      <a:lvl5pPr marL="1219231" algn="l" defTabSz="609615" rtl="0" eaLnBrk="1" latinLnBrk="0" hangingPunct="1">
        <a:defRPr sz="1200" kern="1200">
          <a:solidFill>
            <a:schemeClr val="tx1"/>
          </a:solidFill>
          <a:latin typeface="+mn-lt"/>
          <a:ea typeface="+mn-ea"/>
          <a:cs typeface="+mn-cs"/>
        </a:defRPr>
      </a:lvl5pPr>
      <a:lvl6pPr marL="1524038" algn="l" defTabSz="609615" rtl="0" eaLnBrk="1" latinLnBrk="0" hangingPunct="1">
        <a:defRPr sz="1200" kern="1200">
          <a:solidFill>
            <a:schemeClr val="tx1"/>
          </a:solidFill>
          <a:latin typeface="+mn-lt"/>
          <a:ea typeface="+mn-ea"/>
          <a:cs typeface="+mn-cs"/>
        </a:defRPr>
      </a:lvl6pPr>
      <a:lvl7pPr marL="1828845" algn="l" defTabSz="609615" rtl="0" eaLnBrk="1" latinLnBrk="0" hangingPunct="1">
        <a:defRPr sz="1200" kern="1200">
          <a:solidFill>
            <a:schemeClr val="tx1"/>
          </a:solidFill>
          <a:latin typeface="+mn-lt"/>
          <a:ea typeface="+mn-ea"/>
          <a:cs typeface="+mn-cs"/>
        </a:defRPr>
      </a:lvl7pPr>
      <a:lvl8pPr marL="2133653" algn="l" defTabSz="609615" rtl="0" eaLnBrk="1" latinLnBrk="0" hangingPunct="1">
        <a:defRPr sz="1200" kern="1200">
          <a:solidFill>
            <a:schemeClr val="tx1"/>
          </a:solidFill>
          <a:latin typeface="+mn-lt"/>
          <a:ea typeface="+mn-ea"/>
          <a:cs typeface="+mn-cs"/>
        </a:defRPr>
      </a:lvl8pPr>
      <a:lvl9pPr marL="2438462" algn="l" defTabSz="609615"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52">
          <p15:clr>
            <a:srgbClr val="F26B43"/>
          </p15:clr>
        </p15:guide>
        <p15:guide id="2" pos="317">
          <p15:clr>
            <a:srgbClr val="F26B43"/>
          </p15:clr>
        </p15:guide>
        <p15:guide id="3" pos="11203">
          <p15:clr>
            <a:srgbClr val="F26B43"/>
          </p15:clr>
        </p15:guide>
        <p15:guide id="4" orient="horz" pos="1834">
          <p15:clr>
            <a:srgbClr val="F26B43"/>
          </p15:clr>
        </p15:guide>
        <p15:guide id="5" orient="horz" pos="2151">
          <p15:clr>
            <a:srgbClr val="F26B43"/>
          </p15:clr>
        </p15:guide>
        <p15:guide id="6" pos="10568">
          <p15:clr>
            <a:srgbClr val="F26B43"/>
          </p15:clr>
        </p15:guide>
        <p15:guide id="7" orient="horz" pos="6143">
          <p15:clr>
            <a:srgbClr val="F26B43"/>
          </p15:clr>
        </p15:guide>
        <p15:guide id="8" orient="horz" pos="5825">
          <p15:clr>
            <a:srgbClr val="F26B43"/>
          </p15:clr>
        </p15:guide>
        <p15:guide id="9" orient="horz" pos="4964">
          <p15:clr>
            <a:srgbClr val="F26B43"/>
          </p15:clr>
        </p15:guide>
        <p15:guide id="10" orient="horz" pos="3104">
          <p15:clr>
            <a:srgbClr val="F26B43"/>
          </p15:clr>
        </p15:guide>
        <p15:guide id="11" pos="4671">
          <p15:clr>
            <a:srgbClr val="F26B43"/>
          </p15:clr>
        </p15:guide>
        <p15:guide id="12" pos="5624">
          <p15:clr>
            <a:srgbClr val="F26B43"/>
          </p15:clr>
        </p15:guide>
        <p15:guide id="13" pos="3719">
          <p15:clr>
            <a:srgbClr val="F26B43"/>
          </p15:clr>
        </p15:guide>
        <p15:guide id="14" pos="1224">
          <p15:clr>
            <a:srgbClr val="F26B43"/>
          </p15:clr>
        </p15:guide>
        <p15:guide id="15" orient="horz" pos="2469">
          <p15:clr>
            <a:srgbClr val="F26B43"/>
          </p15:clr>
        </p15:guide>
        <p15:guide id="16" orient="horz" pos="2786">
          <p15:clr>
            <a:srgbClr val="F26B43"/>
          </p15:clr>
        </p15:guide>
        <p15:guide id="17" orient="horz" pos="5236">
          <p15:clr>
            <a:srgbClr val="F26B43"/>
          </p15:clr>
        </p15:guide>
        <p15:guide id="18" orient="horz" pos="5553">
          <p15:clr>
            <a:srgbClr val="F26B43"/>
          </p15:clr>
        </p15:guide>
        <p15:guide id="19" pos="4036">
          <p15:clr>
            <a:srgbClr val="F26B43"/>
          </p15:clr>
        </p15:guide>
        <p15:guide id="20" pos="1859">
          <p15:clr>
            <a:srgbClr val="F26B43"/>
          </p15:clr>
        </p15:guide>
        <p15:guide id="21" pos="4989">
          <p15:clr>
            <a:srgbClr val="F26B43"/>
          </p15:clr>
        </p15:guide>
        <p15:guide id="22" pos="2812">
          <p15:clr>
            <a:srgbClr val="F26B43"/>
          </p15:clr>
        </p15:guide>
        <p15:guide id="23" pos="2177">
          <p15:clr>
            <a:srgbClr val="F26B43"/>
          </p15:clr>
        </p15:guide>
        <p15:guide id="24" pos="3084">
          <p15:clr>
            <a:srgbClr val="F26B43"/>
          </p15:clr>
        </p15:guide>
        <p15:guide id="25" pos="10296">
          <p15:clr>
            <a:srgbClr val="F26B43"/>
          </p15:clr>
        </p15:guide>
        <p15:guide id="26" pos="9661">
          <p15:clr>
            <a:srgbClr val="F26B43"/>
          </p15:clr>
        </p15:guide>
        <p15:guide id="27" pos="9343">
          <p15:clr>
            <a:srgbClr val="F26B43"/>
          </p15:clr>
        </p15:guide>
        <p15:guide id="28" pos="8708">
          <p15:clr>
            <a:srgbClr val="F26B43"/>
          </p15:clr>
        </p15:guide>
        <p15:guide id="29" pos="8391">
          <p15:clr>
            <a:srgbClr val="F26B43"/>
          </p15:clr>
        </p15:guide>
        <p15:guide id="30" pos="7756">
          <p15:clr>
            <a:srgbClr val="F26B43"/>
          </p15:clr>
        </p15:guide>
        <p15:guide id="31" pos="7484">
          <p15:clr>
            <a:srgbClr val="F26B43"/>
          </p15:clr>
        </p15:guide>
        <p15:guide id="32" pos="6849">
          <p15:clr>
            <a:srgbClr val="F26B43"/>
          </p15:clr>
        </p15:guide>
        <p15:guide id="33" pos="6531">
          <p15:clr>
            <a:srgbClr val="F26B43"/>
          </p15:clr>
        </p15:guide>
        <p15:guide id="34" pos="5896">
          <p15:clr>
            <a:srgbClr val="F26B43"/>
          </p15:clr>
        </p15:guide>
        <p15:guide id="35" orient="horz" pos="3376">
          <p15:clr>
            <a:srgbClr val="F26B43"/>
          </p15:clr>
        </p15:guide>
        <p15:guide id="36" orient="horz" pos="4329">
          <p15:clr>
            <a:srgbClr val="F26B43"/>
          </p15:clr>
        </p15:guide>
        <p15:guide id="37" orient="horz" pos="4011">
          <p15:clr>
            <a:srgbClr val="F26B43"/>
          </p15:clr>
        </p15:guide>
        <p15:guide id="38" orient="horz" pos="3694">
          <p15:clr>
            <a:srgbClr val="F26B43"/>
          </p15:clr>
        </p15:guide>
        <p15:guide id="39" orient="horz" pos="4646">
          <p15:clr>
            <a:srgbClr val="F26B43"/>
          </p15:clr>
        </p15:guide>
        <p15:guide id="40" orient="horz" pos="1516">
          <p15:clr>
            <a:srgbClr val="F26B43"/>
          </p15:clr>
        </p15:guide>
        <p15:guide id="41" orient="horz" pos="1244">
          <p15:clr>
            <a:srgbClr val="F26B43"/>
          </p15:clr>
        </p15:guide>
        <p15:guide id="42" orient="horz" pos="881">
          <p15:clr>
            <a:srgbClr val="F26B43"/>
          </p15:clr>
        </p15:guide>
        <p15:guide id="43" orient="horz" pos="609">
          <p15:clr>
            <a:srgbClr val="F26B43"/>
          </p15:clr>
        </p15:guide>
        <p15:guide id="44" orient="horz" pos="2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15.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Layout" Target="../slideLayouts/slideLayout15.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4D9938-6F73-0733-71D1-ED6EEA0FD3B2}"/>
              </a:ext>
            </a:extLst>
          </p:cNvPr>
          <p:cNvSpPr txBox="1"/>
          <p:nvPr/>
        </p:nvSpPr>
        <p:spPr>
          <a:xfrm>
            <a:off x="1247212" y="2619695"/>
            <a:ext cx="10073676" cy="466531"/>
          </a:xfrm>
          <a:prstGeom prst="rect">
            <a:avLst/>
          </a:prstGeom>
          <a:noFill/>
        </p:spPr>
        <p:txBody>
          <a:bodyPr wrap="none" lIns="91440" tIns="45720" rIns="91440" bIns="45720" rtlCol="0" anchor="t">
            <a:noAutofit/>
          </a:bodyPr>
          <a:lstStyle/>
          <a:p>
            <a:pPr defTabSz="1219170">
              <a:lnSpc>
                <a:spcPts val="3200"/>
              </a:lnSpc>
              <a:buClr>
                <a:srgbClr val="000000"/>
              </a:buClr>
            </a:pPr>
            <a:r>
              <a:rPr lang="en-IN" sz="4800" b="1" kern="0" dirty="0">
                <a:solidFill>
                  <a:srgbClr val="2414BE"/>
                </a:solidFill>
                <a:latin typeface="Avenir Next LT Pro"/>
                <a:cs typeface="Arial"/>
                <a:sym typeface="Arial"/>
              </a:rPr>
              <a:t>    PASSWORD RESET</a:t>
            </a:r>
            <a:endParaRPr lang="en-IN" sz="4000" b="1" kern="0" dirty="0">
              <a:solidFill>
                <a:srgbClr val="2414BE"/>
              </a:solidFill>
              <a:latin typeface="Avenir Next LT Pro"/>
              <a:cs typeface="Arial"/>
            </a:endParaRPr>
          </a:p>
          <a:p>
            <a:pPr defTabSz="1219170">
              <a:lnSpc>
                <a:spcPts val="3200"/>
              </a:lnSpc>
              <a:buClr>
                <a:srgbClr val="000000"/>
              </a:buClr>
            </a:pPr>
            <a:r>
              <a:rPr lang="en-IN" sz="4800" kern="0" dirty="0">
                <a:solidFill>
                  <a:srgbClr val="2414BE"/>
                </a:solidFill>
                <a:latin typeface="Avenir Next LT Pro"/>
                <a:cs typeface="Arial"/>
                <a:sym typeface="Arial"/>
              </a:rPr>
              <a:t>             </a:t>
            </a:r>
            <a:endParaRPr lang="en-IN" sz="4800" kern="0" dirty="0">
              <a:solidFill>
                <a:srgbClr val="2414BE"/>
              </a:solidFill>
              <a:latin typeface="Avenir Next LT Pro"/>
              <a:cs typeface="Arial"/>
            </a:endParaRPr>
          </a:p>
          <a:p>
            <a:pPr defTabSz="1219170">
              <a:lnSpc>
                <a:spcPts val="3200"/>
              </a:lnSpc>
              <a:buClr>
                <a:srgbClr val="000000"/>
              </a:buClr>
            </a:pPr>
            <a:r>
              <a:rPr lang="en-IN" sz="4800" kern="0" dirty="0">
                <a:solidFill>
                  <a:srgbClr val="2414BE"/>
                </a:solidFill>
                <a:latin typeface="Avenir Next LT Pro"/>
                <a:cs typeface="Arial"/>
                <a:sym typeface="Arial"/>
              </a:rPr>
              <a:t>  </a:t>
            </a:r>
            <a:endParaRPr lang="en-US" sz="2800" dirty="0">
              <a:cs typeface="Arial" panose="020B0604020202020204"/>
            </a:endParaRPr>
          </a:p>
          <a:p>
            <a:pPr defTabSz="1219170">
              <a:lnSpc>
                <a:spcPts val="3200"/>
              </a:lnSpc>
            </a:pPr>
            <a:endParaRPr lang="en-IN" sz="3600" b="1" kern="0" dirty="0">
              <a:solidFill>
                <a:srgbClr val="2414BE"/>
              </a:solidFill>
              <a:latin typeface="Avenir Next LT Pro"/>
              <a:cs typeface="Arial"/>
              <a:sym typeface="Arial"/>
            </a:endParaRPr>
          </a:p>
          <a:p>
            <a:pPr defTabSz="1219170">
              <a:lnSpc>
                <a:spcPts val="3200"/>
              </a:lnSpc>
            </a:pPr>
            <a:endParaRPr lang="en-IN" sz="3600" b="1" kern="0" dirty="0">
              <a:solidFill>
                <a:srgbClr val="2414BE"/>
              </a:solidFill>
              <a:latin typeface="Avenir Next LT Pro"/>
              <a:cs typeface="Arial"/>
            </a:endParaRPr>
          </a:p>
          <a:p>
            <a:pPr defTabSz="1219170">
              <a:lnSpc>
                <a:spcPts val="3200"/>
              </a:lnSpc>
            </a:pPr>
            <a:endParaRPr lang="en-IN" sz="3600" kern="0" dirty="0">
              <a:solidFill>
                <a:srgbClr val="2414BE"/>
              </a:solidFill>
              <a:latin typeface="Avenir Next LT Pro"/>
              <a:cs typeface="Arial"/>
            </a:endParaRPr>
          </a:p>
        </p:txBody>
      </p:sp>
      <p:sp>
        <p:nvSpPr>
          <p:cNvPr id="3" name="TextBox 2">
            <a:extLst>
              <a:ext uri="{FF2B5EF4-FFF2-40B4-BE49-F238E27FC236}">
                <a16:creationId xmlns:a16="http://schemas.microsoft.com/office/drawing/2014/main" id="{17A4C5C5-FDF1-385E-8FE9-BFB2AE7819AC}"/>
              </a:ext>
            </a:extLst>
          </p:cNvPr>
          <p:cNvSpPr txBox="1"/>
          <p:nvPr/>
        </p:nvSpPr>
        <p:spPr>
          <a:xfrm>
            <a:off x="4089104" y="1547881"/>
            <a:ext cx="1912776" cy="466531"/>
          </a:xfrm>
          <a:prstGeom prst="rect">
            <a:avLst/>
          </a:prstGeom>
          <a:noFill/>
        </p:spPr>
        <p:txBody>
          <a:bodyPr wrap="none" lIns="91440" tIns="45720" rIns="91440" bIns="45720" rtlCol="0" anchor="t">
            <a:noAutofit/>
          </a:bodyPr>
          <a:lstStyle/>
          <a:p>
            <a:pPr>
              <a:lnSpc>
                <a:spcPts val="2400"/>
              </a:lnSpc>
            </a:pPr>
            <a:r>
              <a:rPr lang="en-IN" sz="3200" b="1" dirty="0">
                <a:solidFill>
                  <a:schemeClr val="accent5">
                    <a:lumMod val="60000"/>
                    <a:lumOff val="40000"/>
                  </a:schemeClr>
                </a:solidFill>
                <a:latin typeface="Avenir Next LT Pro"/>
              </a:rPr>
              <a:t>TECH SUPPORT</a:t>
            </a:r>
            <a:endParaRPr lang="en-IN" sz="3200" dirty="0">
              <a:solidFill>
                <a:schemeClr val="accent5">
                  <a:lumMod val="60000"/>
                  <a:lumOff val="40000"/>
                </a:schemeClr>
              </a:solidFill>
              <a:latin typeface="Avenir Next LT Pro"/>
            </a:endParaRPr>
          </a:p>
          <a:p>
            <a:pPr>
              <a:lnSpc>
                <a:spcPts val="2400"/>
              </a:lnSpc>
            </a:pPr>
            <a:endParaRPr lang="en-IN" sz="3200" b="1" dirty="0">
              <a:solidFill>
                <a:schemeClr val="accent5">
                  <a:lumMod val="60000"/>
                  <a:lumOff val="40000"/>
                </a:schemeClr>
              </a:solidFill>
              <a:latin typeface="Avenir Next LT Pro"/>
            </a:endParaRPr>
          </a:p>
        </p:txBody>
      </p:sp>
      <p:sp>
        <p:nvSpPr>
          <p:cNvPr id="4" name="TextBox 3">
            <a:extLst>
              <a:ext uri="{FF2B5EF4-FFF2-40B4-BE49-F238E27FC236}">
                <a16:creationId xmlns:a16="http://schemas.microsoft.com/office/drawing/2014/main" id="{7E024BBE-A368-7843-BF9B-68F94972E9E9}"/>
              </a:ext>
            </a:extLst>
          </p:cNvPr>
          <p:cNvSpPr txBox="1"/>
          <p:nvPr/>
        </p:nvSpPr>
        <p:spPr>
          <a:xfrm>
            <a:off x="877887" y="4376928"/>
            <a:ext cx="10247985" cy="847014"/>
          </a:xfrm>
          <a:prstGeom prst="rect">
            <a:avLst/>
          </a:prstGeom>
          <a:noFill/>
        </p:spPr>
        <p:txBody>
          <a:bodyPr wrap="square" lIns="91440" tIns="45720" rIns="91440" bIns="45720" rtlCol="0" anchor="t">
            <a:noAutofit/>
          </a:bodyPr>
          <a:lstStyle/>
          <a:p>
            <a:pPr>
              <a:lnSpc>
                <a:spcPts val="2400"/>
              </a:lnSpc>
            </a:pPr>
            <a:r>
              <a:rPr lang="en-IN" sz="1400" dirty="0">
                <a:solidFill>
                  <a:schemeClr val="tx2"/>
                </a:solidFill>
              </a:rPr>
              <a:t>End Users reset passwords</a:t>
            </a:r>
            <a:endParaRPr lang="en-IN" sz="1400" dirty="0">
              <a:solidFill>
                <a:schemeClr val="tx2"/>
              </a:solidFill>
              <a:effectLst/>
              <a:latin typeface="+mn-lt"/>
            </a:endParaRPr>
          </a:p>
        </p:txBody>
      </p:sp>
    </p:spTree>
    <p:extLst>
      <p:ext uri="{BB962C8B-B14F-4D97-AF65-F5344CB8AC3E}">
        <p14:creationId xmlns:p14="http://schemas.microsoft.com/office/powerpoint/2010/main" val="2247703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DBC49A-DEC4-C610-127B-C36BF8935376}"/>
              </a:ext>
            </a:extLst>
          </p:cNvPr>
          <p:cNvSpPr txBox="1"/>
          <p:nvPr/>
        </p:nvSpPr>
        <p:spPr>
          <a:xfrm rot="16200000">
            <a:off x="4218465" y="-1013385"/>
            <a:ext cx="3667025" cy="12097441"/>
          </a:xfrm>
          <a:prstGeom prst="rect">
            <a:avLst/>
          </a:prstGeom>
          <a:solidFill>
            <a:schemeClr val="tx2">
              <a:lumMod val="75000"/>
              <a:alpha val="37000"/>
            </a:schemeClr>
          </a:solidFill>
        </p:spPr>
        <p:txBody>
          <a:bodyPr wrap="none" rtlCol="0">
            <a:noAutofit/>
          </a:bodyPr>
          <a:lstStyle/>
          <a:p>
            <a:pPr algn="ctr">
              <a:lnSpc>
                <a:spcPts val="2400"/>
              </a:lnSpc>
            </a:pPr>
            <a:r>
              <a:rPr lang="en-IN" sz="1400" b="1" u="sng">
                <a:solidFill>
                  <a:schemeClr val="bg1"/>
                </a:solidFill>
              </a:rPr>
              <a:t>SCOPE OF WORK</a:t>
            </a:r>
            <a:endParaRPr lang="en-IN" sz="1400" b="1" u="sng">
              <a:solidFill>
                <a:schemeClr val="bg1"/>
              </a:solidFill>
              <a:effectLst/>
              <a:latin typeface="+mn-lt"/>
            </a:endParaRPr>
          </a:p>
        </p:txBody>
      </p:sp>
      <p:grpSp>
        <p:nvGrpSpPr>
          <p:cNvPr id="8" name="Group 7">
            <a:extLst>
              <a:ext uri="{FF2B5EF4-FFF2-40B4-BE49-F238E27FC236}">
                <a16:creationId xmlns:a16="http://schemas.microsoft.com/office/drawing/2014/main" id="{F196D081-C865-47BA-8D73-FBAF76AF3A5F}"/>
              </a:ext>
            </a:extLst>
          </p:cNvPr>
          <p:cNvGrpSpPr/>
          <p:nvPr/>
        </p:nvGrpSpPr>
        <p:grpSpPr>
          <a:xfrm>
            <a:off x="85561" y="634432"/>
            <a:ext cx="11786511" cy="2728019"/>
            <a:chOff x="297566" y="2083674"/>
            <a:chExt cx="11848863" cy="4102078"/>
          </a:xfrm>
          <a:effectLst>
            <a:outerShdw blurRad="63500" sx="102000" sy="102000" algn="ctr" rotWithShape="0">
              <a:prstClr val="black">
                <a:alpha val="40000"/>
              </a:prstClr>
            </a:outerShdw>
          </a:effectLst>
        </p:grpSpPr>
        <p:graphicFrame>
          <p:nvGraphicFramePr>
            <p:cNvPr id="2" name="Diagram 1">
              <a:extLst>
                <a:ext uri="{FF2B5EF4-FFF2-40B4-BE49-F238E27FC236}">
                  <a16:creationId xmlns:a16="http://schemas.microsoft.com/office/drawing/2014/main" id="{EC582C74-0BDB-2DAB-4E8E-328C59CE04F5}"/>
                </a:ext>
              </a:extLst>
            </p:cNvPr>
            <p:cNvGraphicFramePr/>
            <p:nvPr>
              <p:extLst>
                <p:ext uri="{D42A27DB-BD31-4B8C-83A1-F6EECF244321}">
                  <p14:modId xmlns:p14="http://schemas.microsoft.com/office/powerpoint/2010/main" val="3199097895"/>
                </p:ext>
              </p:extLst>
            </p:nvPr>
          </p:nvGraphicFramePr>
          <p:xfrm>
            <a:off x="297566" y="2083674"/>
            <a:ext cx="11848863" cy="4102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a:extLst>
                <a:ext uri="{FF2B5EF4-FFF2-40B4-BE49-F238E27FC236}">
                  <a16:creationId xmlns:a16="http://schemas.microsoft.com/office/drawing/2014/main" id="{0AD10CCB-5900-F46A-7E8A-B6B3524D4784}"/>
                </a:ext>
              </a:extLst>
            </p:cNvPr>
            <p:cNvGraphicFramePr/>
            <p:nvPr/>
          </p:nvGraphicFramePr>
          <p:xfrm>
            <a:off x="9674867" y="4761672"/>
            <a:ext cx="2439413" cy="47965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pSp>
      <p:sp>
        <p:nvSpPr>
          <p:cNvPr id="3" name="TextBox 2">
            <a:extLst>
              <a:ext uri="{FF2B5EF4-FFF2-40B4-BE49-F238E27FC236}">
                <a16:creationId xmlns:a16="http://schemas.microsoft.com/office/drawing/2014/main" id="{F5ECE641-7914-B1EE-AADC-432EB5CFC9CA}"/>
              </a:ext>
            </a:extLst>
          </p:cNvPr>
          <p:cNvSpPr txBox="1"/>
          <p:nvPr/>
        </p:nvSpPr>
        <p:spPr>
          <a:xfrm>
            <a:off x="5557914" y="172894"/>
            <a:ext cx="4460188" cy="457200"/>
          </a:xfrm>
          <a:prstGeom prst="rect">
            <a:avLst/>
          </a:prstGeom>
          <a:noFill/>
        </p:spPr>
        <p:txBody>
          <a:bodyPr wrap="none" lIns="91440" tIns="45720" rIns="91440" bIns="45720" rtlCol="0" anchor="t">
            <a:noAutofit/>
          </a:bodyPr>
          <a:lstStyle/>
          <a:p>
            <a:pPr>
              <a:lnSpc>
                <a:spcPts val="2400"/>
              </a:lnSpc>
            </a:pPr>
            <a:r>
              <a:rPr lang="en-IN" sz="2400" b="1" dirty="0" err="1">
                <a:solidFill>
                  <a:schemeClr val="tx2"/>
                </a:solidFill>
                <a:latin typeface="Avenir Next LT Pro"/>
              </a:rPr>
              <a:t>comEMR</a:t>
            </a:r>
            <a:r>
              <a:rPr lang="en-IN" sz="2400" b="1" dirty="0">
                <a:solidFill>
                  <a:schemeClr val="tx2"/>
                </a:solidFill>
                <a:latin typeface="Avenir Next LT Pro"/>
              </a:rPr>
              <a:t> SUPPORT  TEAM &amp; THEIR SCOPES</a:t>
            </a:r>
            <a:endParaRPr lang="en-IN" sz="2400" b="1" dirty="0">
              <a:solidFill>
                <a:schemeClr val="tx2"/>
              </a:solidFill>
              <a:effectLst/>
              <a:latin typeface="Avenir Next LT Pro"/>
            </a:endParaRPr>
          </a:p>
        </p:txBody>
      </p:sp>
      <p:grpSp>
        <p:nvGrpSpPr>
          <p:cNvPr id="9" name="Group 8">
            <a:extLst>
              <a:ext uri="{FF2B5EF4-FFF2-40B4-BE49-F238E27FC236}">
                <a16:creationId xmlns:a16="http://schemas.microsoft.com/office/drawing/2014/main" id="{2FBD6323-2316-B95B-4523-B23BBE4F9F6C}"/>
              </a:ext>
            </a:extLst>
          </p:cNvPr>
          <p:cNvGrpSpPr/>
          <p:nvPr/>
        </p:nvGrpSpPr>
        <p:grpSpPr>
          <a:xfrm>
            <a:off x="3668020" y="3395733"/>
            <a:ext cx="1818902" cy="3436207"/>
            <a:chOff x="400593" y="2104772"/>
            <a:chExt cx="1970096" cy="1171315"/>
          </a:xfrm>
          <a:effectLst>
            <a:outerShdw blurRad="63500" sx="102000" sy="102000" algn="ctr" rotWithShape="0">
              <a:prstClr val="black">
                <a:alpha val="40000"/>
              </a:prstClr>
            </a:outerShdw>
          </a:effectLst>
        </p:grpSpPr>
        <p:sp>
          <p:nvSpPr>
            <p:cNvPr id="14" name="Rectangle: Rounded Corners 13">
              <a:extLst>
                <a:ext uri="{FF2B5EF4-FFF2-40B4-BE49-F238E27FC236}">
                  <a16:creationId xmlns:a16="http://schemas.microsoft.com/office/drawing/2014/main" id="{4CEC339C-D2DA-2950-4B3A-EDDC5B3C3C61}"/>
                </a:ext>
              </a:extLst>
            </p:cNvPr>
            <p:cNvSpPr/>
            <p:nvPr/>
          </p:nvSpPr>
          <p:spPr>
            <a:xfrm>
              <a:off x="404316" y="2104772"/>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6" name="Rectangle: Rounded Corners 4">
              <a:extLst>
                <a:ext uri="{FF2B5EF4-FFF2-40B4-BE49-F238E27FC236}">
                  <a16:creationId xmlns:a16="http://schemas.microsoft.com/office/drawing/2014/main" id="{15102B9D-9486-3D85-B8AE-4D38BC943C1F}"/>
                </a:ext>
              </a:extLst>
            </p:cNvPr>
            <p:cNvSpPr txBox="1"/>
            <p:nvPr/>
          </p:nvSpPr>
          <p:spPr>
            <a:xfrm>
              <a:off x="400593" y="2138697"/>
              <a:ext cx="1898523" cy="11373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Account Management</a:t>
              </a:r>
              <a:endParaRPr lang="en-IN" sz="1250" dirty="0">
                <a:solidFill>
                  <a:schemeClr val="tx2">
                    <a:lumMod val="75000"/>
                  </a:schemeClr>
                </a:solidFill>
                <a:latin typeface="Avenir Next LT Pro"/>
              </a:endParaRP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Data logic related queries</a:t>
              </a: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Assistance in App deployment</a:t>
              </a:r>
            </a:p>
            <a:p>
              <a:pPr marL="171450" lvl="1" indent="-171450" algn="l" defTabSz="533400" rtl="0">
                <a:lnSpc>
                  <a:spcPct val="90000"/>
                </a:lnSpc>
                <a:spcBef>
                  <a:spcPct val="0"/>
                </a:spcBef>
                <a:spcAft>
                  <a:spcPct val="15000"/>
                </a:spcAft>
                <a:buFont typeface="Wingdings" panose="05000000000000000000" pitchFamily="2" charset="2"/>
                <a:buChar char="Ø"/>
              </a:pPr>
              <a:r>
                <a:rPr lang="en-IN" sz="1250" dirty="0">
                  <a:solidFill>
                    <a:srgbClr val="2414BE"/>
                  </a:solidFill>
                  <a:latin typeface="Avenir Next LT Pro"/>
                </a:rPr>
                <a:t>Device Level Basic Troubleshooting (Data connection, OS errors, etc.)</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rgbClr val="2414BE"/>
                  </a:solidFill>
                  <a:latin typeface="Avenir Next LT Pro"/>
                </a:rPr>
                <a:t>Design sign-off</a:t>
              </a: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0" lvl="1" algn="l" defTabSz="533400" rtl="0">
                <a:lnSpc>
                  <a:spcPct val="90000"/>
                </a:lnSpc>
                <a:spcBef>
                  <a:spcPct val="0"/>
                </a:spcBef>
                <a:spcAft>
                  <a:spcPct val="15000"/>
                </a:spcAft>
              </a:pPr>
              <a:endParaRPr lang="en-IN" sz="1250" dirty="0">
                <a:latin typeface="Avenir Next LT Pro" panose="020B0504020202020204" pitchFamily="34" charset="0"/>
              </a:endParaRPr>
            </a:p>
            <a:p>
              <a:pPr marL="114300" lvl="1" indent="-114300" algn="l" defTabSz="533400" rtl="0">
                <a:lnSpc>
                  <a:spcPct val="90000"/>
                </a:lnSpc>
                <a:spcBef>
                  <a:spcPct val="0"/>
                </a:spcBef>
                <a:spcAft>
                  <a:spcPct val="15000"/>
                </a:spcAft>
                <a:buChar char="•"/>
              </a:pPr>
              <a:endParaRPr lang="en-US" sz="1250" kern="1200" dirty="0">
                <a:latin typeface="Avenir Next LT Pro" panose="020B0504020202020204" pitchFamily="34" charset="0"/>
              </a:endParaRPr>
            </a:p>
          </p:txBody>
        </p:sp>
      </p:grpSp>
      <p:grpSp>
        <p:nvGrpSpPr>
          <p:cNvPr id="17" name="Group 16">
            <a:extLst>
              <a:ext uri="{FF2B5EF4-FFF2-40B4-BE49-F238E27FC236}">
                <a16:creationId xmlns:a16="http://schemas.microsoft.com/office/drawing/2014/main" id="{7447D321-C19B-6943-3734-3D444C30E6E5}"/>
              </a:ext>
            </a:extLst>
          </p:cNvPr>
          <p:cNvGrpSpPr/>
          <p:nvPr/>
        </p:nvGrpSpPr>
        <p:grpSpPr>
          <a:xfrm>
            <a:off x="6832883" y="3389682"/>
            <a:ext cx="1905306" cy="3401400"/>
            <a:chOff x="404316" y="2121943"/>
            <a:chExt cx="1966373" cy="1158300"/>
          </a:xfrm>
          <a:effectLst>
            <a:outerShdw blurRad="63500" sx="102000" sy="102000" algn="ctr" rotWithShape="0">
              <a:prstClr val="black">
                <a:alpha val="40000"/>
              </a:prstClr>
            </a:outerShdw>
          </a:effectLst>
        </p:grpSpPr>
        <p:sp>
          <p:nvSpPr>
            <p:cNvPr id="18" name="Rectangle: Rounded Corners 17">
              <a:extLst>
                <a:ext uri="{FF2B5EF4-FFF2-40B4-BE49-F238E27FC236}">
                  <a16:creationId xmlns:a16="http://schemas.microsoft.com/office/drawing/2014/main" id="{E330983F-F1B6-4642-9783-933216FF66AA}"/>
                </a:ext>
              </a:extLst>
            </p:cNvPr>
            <p:cNvSpPr/>
            <p:nvPr/>
          </p:nvSpPr>
          <p:spPr>
            <a:xfrm>
              <a:off x="404316" y="2121943"/>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9" name="Rectangle: Rounded Corners 4">
              <a:extLst>
                <a:ext uri="{FF2B5EF4-FFF2-40B4-BE49-F238E27FC236}">
                  <a16:creationId xmlns:a16="http://schemas.microsoft.com/office/drawing/2014/main" id="{2F2DFD53-1DED-9AA4-DD7F-5E41A92DAB13}"/>
                </a:ext>
              </a:extLst>
            </p:cNvPr>
            <p:cNvSpPr txBox="1"/>
            <p:nvPr/>
          </p:nvSpPr>
          <p:spPr>
            <a:xfrm>
              <a:off x="438241" y="2138697"/>
              <a:ext cx="1898523" cy="109045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defPPr>
                <a:defRPr lang="en-KE"/>
              </a:defPPr>
              <a:lvl2pPr marL="171450" lvl="1" indent="-171450" defTabSz="533400">
                <a:lnSpc>
                  <a:spcPct val="90000"/>
                </a:lnSpc>
                <a:spcBef>
                  <a:spcPct val="0"/>
                </a:spcBef>
                <a:spcAft>
                  <a:spcPct val="15000"/>
                </a:spcAft>
                <a:buFont typeface="Wingdings" panose="05000000000000000000" pitchFamily="2" charset="2"/>
                <a:buChar char="Ø"/>
                <a:defRPr sz="1200">
                  <a:solidFill>
                    <a:srgbClr val="2414BE">
                      <a:lumMod val="75000"/>
                    </a:srgbClr>
                  </a:solidFill>
                  <a:latin typeface="Avenir Next LT Pro"/>
                </a:defRPr>
              </a:lvl2pPr>
            </a:lstStyle>
            <a:p>
              <a:pPr lvl="1"/>
              <a:r>
                <a:rPr lang="en-US" sz="1400" dirty="0"/>
                <a:t>Handle all </a:t>
              </a:r>
              <a:r>
                <a:rPr lang="en-US" sz="1400" b="1" dirty="0"/>
                <a:t>tickets</a:t>
              </a:r>
              <a:r>
                <a:rPr lang="en-US" sz="1400" dirty="0"/>
                <a:t> </a:t>
              </a:r>
              <a:r>
                <a:rPr lang="en-US" sz="1400" b="1" dirty="0"/>
                <a:t>escalated</a:t>
              </a:r>
              <a:r>
                <a:rPr lang="en-US" sz="1400" dirty="0"/>
                <a:t> by L1 team</a:t>
              </a:r>
            </a:p>
            <a:p>
              <a:pPr lvl="1"/>
              <a:r>
                <a:rPr lang="en-US" sz="1400" dirty="0"/>
                <a:t>User Management</a:t>
              </a:r>
            </a:p>
            <a:p>
              <a:pPr lvl="1"/>
              <a:r>
                <a:rPr lang="en-US" sz="1400" dirty="0"/>
                <a:t>Facility account management</a:t>
              </a:r>
            </a:p>
            <a:p>
              <a:pPr lvl="1"/>
              <a:r>
                <a:rPr lang="en-US" sz="1400" dirty="0"/>
                <a:t>Data Logic </a:t>
              </a:r>
            </a:p>
            <a:p>
              <a:pPr lvl="1"/>
              <a:r>
                <a:rPr lang="en-US" sz="1400" dirty="0"/>
                <a:t>Data extraction </a:t>
              </a:r>
            </a:p>
            <a:p>
              <a:pPr lvl="1"/>
              <a:r>
                <a:rPr lang="en-US" sz="1400" dirty="0"/>
                <a:t>Field device basic troubleshooting</a:t>
              </a:r>
            </a:p>
            <a:p>
              <a:pPr lvl="1"/>
              <a:endParaRPr lang="en-IN" sz="1400"/>
            </a:p>
            <a:p>
              <a:pPr lvl="1"/>
              <a:endParaRPr lang="en-US" sz="1400"/>
            </a:p>
          </p:txBody>
        </p:sp>
      </p:grpSp>
      <p:grpSp>
        <p:nvGrpSpPr>
          <p:cNvPr id="23" name="Group 22">
            <a:extLst>
              <a:ext uri="{FF2B5EF4-FFF2-40B4-BE49-F238E27FC236}">
                <a16:creationId xmlns:a16="http://schemas.microsoft.com/office/drawing/2014/main" id="{5BC7F640-24B2-4FBB-D169-F83EC9BD5CF2}"/>
              </a:ext>
            </a:extLst>
          </p:cNvPr>
          <p:cNvGrpSpPr/>
          <p:nvPr/>
        </p:nvGrpSpPr>
        <p:grpSpPr>
          <a:xfrm>
            <a:off x="10007523" y="3351429"/>
            <a:ext cx="1762742" cy="3437052"/>
            <a:chOff x="-13464" y="2108748"/>
            <a:chExt cx="3251478" cy="1448488"/>
          </a:xfrm>
          <a:effectLst>
            <a:outerShdw blurRad="63500" sx="102000" sy="102000" algn="ctr" rotWithShape="0">
              <a:prstClr val="black">
                <a:alpha val="40000"/>
              </a:prstClr>
            </a:outerShdw>
          </a:effectLst>
        </p:grpSpPr>
        <p:sp>
          <p:nvSpPr>
            <p:cNvPr id="24" name="Rectangle: Rounded Corners 23">
              <a:extLst>
                <a:ext uri="{FF2B5EF4-FFF2-40B4-BE49-F238E27FC236}">
                  <a16:creationId xmlns:a16="http://schemas.microsoft.com/office/drawing/2014/main" id="{192741CF-5189-F8F4-D24E-67DC2DF04486}"/>
                </a:ext>
              </a:extLst>
            </p:cNvPr>
            <p:cNvSpPr/>
            <p:nvPr/>
          </p:nvSpPr>
          <p:spPr>
            <a:xfrm>
              <a:off x="-13464" y="2108748"/>
              <a:ext cx="3251478" cy="1448488"/>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5" name="Rectangle: Rounded Corners 4">
              <a:extLst>
                <a:ext uri="{FF2B5EF4-FFF2-40B4-BE49-F238E27FC236}">
                  <a16:creationId xmlns:a16="http://schemas.microsoft.com/office/drawing/2014/main" id="{B16C530A-D4EC-478B-96AD-42AA50BED018}"/>
                </a:ext>
              </a:extLst>
            </p:cNvPr>
            <p:cNvSpPr txBox="1"/>
            <p:nvPr/>
          </p:nvSpPr>
          <p:spPr>
            <a:xfrm>
              <a:off x="103958" y="2109883"/>
              <a:ext cx="3131522" cy="121262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defPPr>
                <a:defRPr lang="en-KE"/>
              </a:defPPr>
              <a:lvl2pPr marL="171450" lvl="1" indent="-171450" defTabSz="533400">
                <a:lnSpc>
                  <a:spcPct val="90000"/>
                </a:lnSpc>
                <a:spcBef>
                  <a:spcPct val="0"/>
                </a:spcBef>
                <a:spcAft>
                  <a:spcPct val="15000"/>
                </a:spcAft>
                <a:buFont typeface="Wingdings" panose="05000000000000000000" pitchFamily="2" charset="2"/>
                <a:buChar char="Ø"/>
                <a:defRPr sz="1200">
                  <a:solidFill>
                    <a:srgbClr val="2414BE">
                      <a:lumMod val="75000"/>
                    </a:srgbClr>
                  </a:solidFill>
                  <a:latin typeface="Avenir Next LT Pro"/>
                </a:defRPr>
              </a:lvl2pPr>
            </a:lstStyle>
            <a:p>
              <a:pPr lvl="1"/>
              <a:r>
                <a:rPr lang="en-US" sz="1400"/>
                <a:t>Design and develop enhancement requests.</a:t>
              </a:r>
            </a:p>
            <a:p>
              <a:pPr lvl="1"/>
              <a:r>
                <a:rPr lang="en-US" sz="1400"/>
                <a:t>Provide oversight for support and release management.</a:t>
              </a:r>
            </a:p>
            <a:p>
              <a:pPr lvl="1"/>
              <a:r>
                <a:rPr lang="en-US" sz="1400"/>
                <a:t>Last line of support for all issues coming from the end-users</a:t>
              </a:r>
            </a:p>
            <a:p>
              <a:pPr lvl="1"/>
              <a:endParaRPr lang="en-US" sz="1050"/>
            </a:p>
            <a:p>
              <a:pPr lvl="1"/>
              <a:endParaRPr lang="en-US" sz="1050"/>
            </a:p>
          </p:txBody>
        </p:sp>
      </p:grpSp>
      <p:grpSp>
        <p:nvGrpSpPr>
          <p:cNvPr id="1209" name="Group 1208">
            <a:extLst>
              <a:ext uri="{FF2B5EF4-FFF2-40B4-BE49-F238E27FC236}">
                <a16:creationId xmlns:a16="http://schemas.microsoft.com/office/drawing/2014/main" id="{A8951D47-13A8-03EF-5230-1D4FEEFD2C5A}"/>
              </a:ext>
            </a:extLst>
          </p:cNvPr>
          <p:cNvGrpSpPr/>
          <p:nvPr/>
        </p:nvGrpSpPr>
        <p:grpSpPr>
          <a:xfrm>
            <a:off x="520594" y="3354300"/>
            <a:ext cx="1870668" cy="3446233"/>
            <a:chOff x="404316" y="2104772"/>
            <a:chExt cx="1966373" cy="1171315"/>
          </a:xfrm>
          <a:effectLst>
            <a:outerShdw blurRad="63500" sx="102000" sy="102000" algn="ctr" rotWithShape="0">
              <a:prstClr val="black">
                <a:alpha val="40000"/>
              </a:prstClr>
            </a:outerShdw>
          </a:effectLst>
        </p:grpSpPr>
        <p:sp>
          <p:nvSpPr>
            <p:cNvPr id="1210" name="Rectangle: Rounded Corners 1209">
              <a:extLst>
                <a:ext uri="{FF2B5EF4-FFF2-40B4-BE49-F238E27FC236}">
                  <a16:creationId xmlns:a16="http://schemas.microsoft.com/office/drawing/2014/main" id="{E5249DD3-4CF7-D62F-201F-0C4447127180}"/>
                </a:ext>
              </a:extLst>
            </p:cNvPr>
            <p:cNvSpPr/>
            <p:nvPr/>
          </p:nvSpPr>
          <p:spPr>
            <a:xfrm>
              <a:off x="404316" y="2104772"/>
              <a:ext cx="1966373" cy="1158300"/>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211" name="Rectangle: Rounded Corners 4">
              <a:extLst>
                <a:ext uri="{FF2B5EF4-FFF2-40B4-BE49-F238E27FC236}">
                  <a16:creationId xmlns:a16="http://schemas.microsoft.com/office/drawing/2014/main" id="{5F4425C4-8CDA-08EB-EC60-8799311DE3B3}"/>
                </a:ext>
              </a:extLst>
            </p:cNvPr>
            <p:cNvSpPr txBox="1"/>
            <p:nvPr/>
          </p:nvSpPr>
          <p:spPr>
            <a:xfrm>
              <a:off x="438241" y="2138697"/>
              <a:ext cx="1898523" cy="113739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85344" rIns="85344" bIns="85344" numCol="1" spcCol="1270" anchor="t" anchorCtr="0">
              <a:noAutofit/>
            </a:bodyPr>
            <a:lstStyle/>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Password Reset</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comEMR User Password Update</a:t>
              </a:r>
            </a:p>
            <a:p>
              <a:pPr marL="171450" lvl="1" indent="-171450" defTabSz="533400">
                <a:lnSpc>
                  <a:spcPct val="90000"/>
                </a:lnSpc>
                <a:spcBef>
                  <a:spcPct val="0"/>
                </a:spcBef>
                <a:spcAft>
                  <a:spcPct val="15000"/>
                </a:spcAft>
                <a:buFont typeface="Wingdings" panose="05000000000000000000" pitchFamily="2" charset="2"/>
                <a:buChar char="Ø"/>
              </a:pPr>
              <a:r>
                <a:rPr lang="en-US" sz="1250" dirty="0">
                  <a:solidFill>
                    <a:schemeClr val="tx2">
                      <a:lumMod val="75000"/>
                    </a:schemeClr>
                  </a:solidFill>
                  <a:latin typeface="Avenir Next LT Pro"/>
                </a:rPr>
                <a:t>Report issue to comEMR Facility  Admin </a:t>
              </a:r>
              <a:endParaRPr lang="en-US" sz="1250" dirty="0">
                <a:solidFill>
                  <a:schemeClr val="tx2">
                    <a:lumMod val="75000"/>
                  </a:schemeClr>
                </a:solidFill>
                <a:latin typeface="Avenir Next LT Pro" panose="020B0504020202020204" pitchFamily="34" charset="0"/>
              </a:endParaRPr>
            </a:p>
            <a:p>
              <a:pPr marL="171450" lvl="1" indent="-171450" defTabSz="533400">
                <a:lnSpc>
                  <a:spcPct val="90000"/>
                </a:lnSpc>
                <a:spcBef>
                  <a:spcPct val="0"/>
                </a:spcBef>
                <a:spcAft>
                  <a:spcPct val="15000"/>
                </a:spcAft>
                <a:buFont typeface="Wingdings" panose="05000000000000000000" pitchFamily="2" charset="2"/>
                <a:buChar char="Ø"/>
              </a:pPr>
              <a:r>
                <a:rPr lang="en-US" sz="1300" dirty="0">
                  <a:solidFill>
                    <a:schemeClr val="tx2">
                      <a:lumMod val="75000"/>
                    </a:schemeClr>
                  </a:solidFill>
                  <a:latin typeface="Avenir Next LT Pro"/>
                </a:rPr>
                <a:t>Issue reporting through the support feature.</a:t>
              </a:r>
              <a:endParaRPr lang="en-US" sz="1250" kern="1200" dirty="0">
                <a:solidFill>
                  <a:schemeClr val="tx2">
                    <a:lumMod val="75000"/>
                  </a:schemeClr>
                </a:solidFill>
                <a:latin typeface="Avenir Next LT Pro"/>
              </a:endParaRPr>
            </a:p>
            <a:p>
              <a:pPr marL="171450" lvl="1" indent="-171450" defTabSz="533400">
                <a:lnSpc>
                  <a:spcPct val="90000"/>
                </a:lnSpc>
                <a:spcBef>
                  <a:spcPct val="0"/>
                </a:spcBef>
                <a:spcAft>
                  <a:spcPct val="15000"/>
                </a:spcAft>
                <a:buFont typeface="Wingdings" panose="05000000000000000000" pitchFamily="2" charset="2"/>
                <a:buChar char="Ø"/>
              </a:pPr>
              <a:endParaRPr lang="en-US" sz="1250" dirty="0">
                <a:solidFill>
                  <a:srgbClr val="1B0F8E"/>
                </a:solidFill>
                <a:latin typeface="Avenir Next LT Pro" panose="020B0504020202020204" pitchFamily="34" charset="0"/>
              </a:endParaRPr>
            </a:p>
            <a:p>
              <a:pPr marL="171450" lvl="1" indent="-171450" defTabSz="533400">
                <a:lnSpc>
                  <a:spcPct val="90000"/>
                </a:lnSpc>
                <a:spcBef>
                  <a:spcPct val="0"/>
                </a:spcBef>
                <a:spcAft>
                  <a:spcPct val="15000"/>
                </a:spcAft>
                <a:buFont typeface="Wingdings" panose="05000000000000000000" pitchFamily="2" charset="2"/>
                <a:buChar char="Ø"/>
              </a:pPr>
              <a:endParaRPr lang="en-IN" sz="1250" dirty="0">
                <a:solidFill>
                  <a:srgbClr val="2414BE"/>
                </a:solidFill>
                <a:latin typeface="Avenir Next LT Pro" panose="020B0504020202020204" pitchFamily="34" charset="0"/>
              </a:endParaRP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0" lvl="1" defTabSz="533400">
                <a:lnSpc>
                  <a:spcPct val="90000"/>
                </a:lnSpc>
                <a:spcBef>
                  <a:spcPct val="0"/>
                </a:spcBef>
                <a:spcAft>
                  <a:spcPct val="15000"/>
                </a:spcAft>
              </a:pPr>
              <a:endParaRPr lang="en-IN" sz="1250" dirty="0">
                <a:latin typeface="Avenir Next LT Pro" panose="020B0504020202020204" pitchFamily="34" charset="0"/>
              </a:endParaRPr>
            </a:p>
            <a:p>
              <a:pPr marL="114300" lvl="1" indent="-114300" defTabSz="533400">
                <a:lnSpc>
                  <a:spcPct val="90000"/>
                </a:lnSpc>
                <a:spcBef>
                  <a:spcPct val="0"/>
                </a:spcBef>
                <a:spcAft>
                  <a:spcPct val="15000"/>
                </a:spcAft>
                <a:buChar char="•"/>
              </a:pPr>
              <a:endParaRPr lang="en-US" sz="1250" dirty="0">
                <a:latin typeface="Avenir Next LT Pro" panose="020B0504020202020204" pitchFamily="34" charset="0"/>
              </a:endParaRPr>
            </a:p>
          </p:txBody>
        </p:sp>
      </p:grpSp>
      <p:sp>
        <p:nvSpPr>
          <p:cNvPr id="4" name="Oval 3">
            <a:extLst>
              <a:ext uri="{FF2B5EF4-FFF2-40B4-BE49-F238E27FC236}">
                <a16:creationId xmlns:a16="http://schemas.microsoft.com/office/drawing/2014/main" id="{A02108F3-7802-45AC-6004-83282ABFF68E}"/>
              </a:ext>
            </a:extLst>
          </p:cNvPr>
          <p:cNvSpPr/>
          <p:nvPr/>
        </p:nvSpPr>
        <p:spPr>
          <a:xfrm>
            <a:off x="207264" y="3429000"/>
            <a:ext cx="2572512" cy="8625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spTree>
    <p:extLst>
      <p:ext uri="{BB962C8B-B14F-4D97-AF65-F5344CB8AC3E}">
        <p14:creationId xmlns:p14="http://schemas.microsoft.com/office/powerpoint/2010/main" val="230196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D091AC-CCBA-E8A4-38F6-E308A829E53B}"/>
              </a:ext>
            </a:extLst>
          </p:cNvPr>
          <p:cNvSpPr txBox="1"/>
          <p:nvPr/>
        </p:nvSpPr>
        <p:spPr>
          <a:xfrm>
            <a:off x="1633728" y="1767840"/>
            <a:ext cx="3230880" cy="134112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1 :</a:t>
            </a:r>
          </a:p>
          <a:p>
            <a:pPr algn="l">
              <a:lnSpc>
                <a:spcPts val="2400"/>
              </a:lnSpc>
            </a:pPr>
            <a:r>
              <a:rPr lang="en-KE" sz="2000" b="1" dirty="0">
                <a:solidFill>
                  <a:schemeClr val="tx2"/>
                </a:solidFill>
                <a:effectLst/>
                <a:latin typeface="Inter" panose="02000503000000020004" pitchFamily="2" charset="0"/>
                <a:ea typeface="Inter" panose="02000503000000020004" pitchFamily="2" charset="0"/>
              </a:rPr>
              <a:t>When you open </a:t>
            </a:r>
            <a:r>
              <a:rPr lang="en-KE" sz="2000" b="1" dirty="0">
                <a:solidFill>
                  <a:schemeClr val="tx2"/>
                </a:solidFill>
                <a:latin typeface="Inter" panose="02000503000000020004" pitchFamily="2" charset="0"/>
                <a:ea typeface="Inter" panose="02000503000000020004" pitchFamily="2" charset="0"/>
              </a:rPr>
              <a:t>comEMR</a:t>
            </a:r>
            <a:r>
              <a:rPr lang="en-KE" sz="2000" b="1" dirty="0">
                <a:solidFill>
                  <a:schemeClr val="tx2"/>
                </a:solidFill>
                <a:effectLst/>
                <a:latin typeface="Inter" panose="02000503000000020004" pitchFamily="2" charset="0"/>
                <a:ea typeface="Inter" panose="02000503000000020004" pitchFamily="2" charset="0"/>
              </a:rPr>
              <a:t> App, Click on forget Password</a:t>
            </a:r>
          </a:p>
        </p:txBody>
      </p:sp>
      <p:pic>
        <p:nvPicPr>
          <p:cNvPr id="6" name="Picture 5" descr="A screenshot of a login form&#10;&#10;AI-generated content may be incorrect.">
            <a:extLst>
              <a:ext uri="{FF2B5EF4-FFF2-40B4-BE49-F238E27FC236}">
                <a16:creationId xmlns:a16="http://schemas.microsoft.com/office/drawing/2014/main" id="{B552F485-8D42-380F-C208-F364C0933F2E}"/>
              </a:ext>
            </a:extLst>
          </p:cNvPr>
          <p:cNvPicPr>
            <a:picLocks noChangeAspect="1"/>
          </p:cNvPicPr>
          <p:nvPr/>
        </p:nvPicPr>
        <p:blipFill>
          <a:blip r:embed="rId2">
            <a:extLst>
              <a:ext uri="{28A0092B-C50C-407E-A947-70E740481C1C}">
                <a14:useLocalDpi xmlns:a14="http://schemas.microsoft.com/office/drawing/2010/main" val="0"/>
              </a:ext>
            </a:extLst>
          </a:blip>
          <a:srcRect t="11111" b="13429"/>
          <a:stretch>
            <a:fillRect/>
          </a:stretch>
        </p:blipFill>
        <p:spPr>
          <a:xfrm>
            <a:off x="7186852" y="995106"/>
            <a:ext cx="3780183" cy="5174974"/>
          </a:xfrm>
          <a:prstGeom prst="rect">
            <a:avLst/>
          </a:prstGeom>
        </p:spPr>
      </p:pic>
      <p:sp>
        <p:nvSpPr>
          <p:cNvPr id="4" name="Oval 3">
            <a:extLst>
              <a:ext uri="{FF2B5EF4-FFF2-40B4-BE49-F238E27FC236}">
                <a16:creationId xmlns:a16="http://schemas.microsoft.com/office/drawing/2014/main" id="{EE7AE5C9-A4CB-0790-3A49-BE6F1DE897C2}"/>
              </a:ext>
            </a:extLst>
          </p:cNvPr>
          <p:cNvSpPr/>
          <p:nvPr/>
        </p:nvSpPr>
        <p:spPr>
          <a:xfrm>
            <a:off x="8046720" y="4600625"/>
            <a:ext cx="2060448" cy="6339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a:p>
        </p:txBody>
      </p:sp>
      <p:cxnSp>
        <p:nvCxnSpPr>
          <p:cNvPr id="7" name="Straight Arrow Connector 6">
            <a:extLst>
              <a:ext uri="{FF2B5EF4-FFF2-40B4-BE49-F238E27FC236}">
                <a16:creationId xmlns:a16="http://schemas.microsoft.com/office/drawing/2014/main" id="{B040D4F9-EB03-DCBE-83A4-38CE273077FD}"/>
              </a:ext>
            </a:extLst>
          </p:cNvPr>
          <p:cNvCxnSpPr>
            <a:cxnSpLocks/>
            <a:endCxn id="4" idx="2"/>
          </p:cNvCxnSpPr>
          <p:nvPr/>
        </p:nvCxnSpPr>
        <p:spPr>
          <a:xfrm>
            <a:off x="4864608" y="2247569"/>
            <a:ext cx="3182112" cy="2670048"/>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8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6A01-AF86-BD7A-C0B2-9EF01E745BEB}"/>
            </a:ext>
          </a:extLst>
        </p:cNvPr>
        <p:cNvGrpSpPr/>
        <p:nvPr/>
      </p:nvGrpSpPr>
      <p:grpSpPr>
        <a:xfrm>
          <a:off x="0" y="0"/>
          <a:ext cx="0" cy="0"/>
          <a:chOff x="0" y="0"/>
          <a:chExt cx="0" cy="0"/>
        </a:xfrm>
      </p:grpSpPr>
      <p:pic>
        <p:nvPicPr>
          <p:cNvPr id="9" name="Picture 8" descr="A screenshot of a login form&#10;&#10;AI-generated content may be incorrect.">
            <a:extLst>
              <a:ext uri="{FF2B5EF4-FFF2-40B4-BE49-F238E27FC236}">
                <a16:creationId xmlns:a16="http://schemas.microsoft.com/office/drawing/2014/main" id="{01123778-29A5-42CC-E416-AFA553B3A411}"/>
              </a:ext>
            </a:extLst>
          </p:cNvPr>
          <p:cNvPicPr>
            <a:picLocks noChangeAspect="1"/>
          </p:cNvPicPr>
          <p:nvPr/>
        </p:nvPicPr>
        <p:blipFill>
          <a:blip r:embed="rId2">
            <a:extLst>
              <a:ext uri="{28A0092B-C50C-407E-A947-70E740481C1C}">
                <a14:useLocalDpi xmlns:a14="http://schemas.microsoft.com/office/drawing/2010/main" val="0"/>
              </a:ext>
            </a:extLst>
          </a:blip>
          <a:srcRect l="6821" t="13092" r="4648" b="11353"/>
          <a:stretch>
            <a:fillRect/>
          </a:stretch>
        </p:blipFill>
        <p:spPr>
          <a:xfrm>
            <a:off x="7011394" y="1298447"/>
            <a:ext cx="3642890" cy="5181601"/>
          </a:xfrm>
          <a:prstGeom prst="rect">
            <a:avLst/>
          </a:prstGeom>
        </p:spPr>
      </p:pic>
      <p:sp>
        <p:nvSpPr>
          <p:cNvPr id="5" name="TextBox 4">
            <a:extLst>
              <a:ext uri="{FF2B5EF4-FFF2-40B4-BE49-F238E27FC236}">
                <a16:creationId xmlns:a16="http://schemas.microsoft.com/office/drawing/2014/main" id="{792D47E4-FEFE-A530-522C-DFA54974B76A}"/>
              </a:ext>
            </a:extLst>
          </p:cNvPr>
          <p:cNvSpPr txBox="1"/>
          <p:nvPr/>
        </p:nvSpPr>
        <p:spPr>
          <a:xfrm>
            <a:off x="1633728" y="1767840"/>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2 :</a:t>
            </a:r>
          </a:p>
          <a:p>
            <a:pPr algn="l">
              <a:lnSpc>
                <a:spcPts val="2400"/>
              </a:lnSpc>
            </a:pPr>
            <a:r>
              <a:rPr lang="en-KE" sz="2000" b="1" dirty="0">
                <a:solidFill>
                  <a:schemeClr val="tx2"/>
                </a:solidFill>
                <a:effectLst/>
                <a:latin typeface="Inter" panose="02000503000000020004" pitchFamily="2" charset="0"/>
                <a:ea typeface="Inter" panose="02000503000000020004" pitchFamily="2" charset="0"/>
              </a:rPr>
              <a:t>Enter your phone number you submitted for registration on </a:t>
            </a:r>
            <a:r>
              <a:rPr lang="en-KE" sz="2000" b="1" dirty="0">
                <a:solidFill>
                  <a:schemeClr val="tx2"/>
                </a:solidFill>
                <a:latin typeface="Inter" panose="02000503000000020004" pitchFamily="2" charset="0"/>
                <a:ea typeface="Inter" panose="02000503000000020004" pitchFamily="2" charset="0"/>
              </a:rPr>
              <a:t>comEMR</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7" name="Straight Arrow Connector 6">
            <a:extLst>
              <a:ext uri="{FF2B5EF4-FFF2-40B4-BE49-F238E27FC236}">
                <a16:creationId xmlns:a16="http://schemas.microsoft.com/office/drawing/2014/main" id="{C98E7CBA-651C-63CA-0E04-97228C527260}"/>
              </a:ext>
            </a:extLst>
          </p:cNvPr>
          <p:cNvCxnSpPr>
            <a:cxnSpLocks/>
          </p:cNvCxnSpPr>
          <p:nvPr/>
        </p:nvCxnSpPr>
        <p:spPr>
          <a:xfrm>
            <a:off x="4864608" y="2621280"/>
            <a:ext cx="2703576" cy="1316736"/>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A223698-A9C6-C5F3-0525-F238EF2D8FBF}"/>
              </a:ext>
            </a:extLst>
          </p:cNvPr>
          <p:cNvSpPr/>
          <p:nvPr/>
        </p:nvSpPr>
        <p:spPr>
          <a:xfrm>
            <a:off x="7591574" y="3621024"/>
            <a:ext cx="2060448" cy="6339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sp>
        <p:nvSpPr>
          <p:cNvPr id="2" name="TextBox 1">
            <a:extLst>
              <a:ext uri="{FF2B5EF4-FFF2-40B4-BE49-F238E27FC236}">
                <a16:creationId xmlns:a16="http://schemas.microsoft.com/office/drawing/2014/main" id="{2D36C9C0-A5B7-412C-BA28-C211E785B39B}"/>
              </a:ext>
            </a:extLst>
          </p:cNvPr>
          <p:cNvSpPr txBox="1"/>
          <p:nvPr/>
        </p:nvSpPr>
        <p:spPr>
          <a:xfrm>
            <a:off x="1537716" y="3730752"/>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3 :</a:t>
            </a:r>
          </a:p>
          <a:p>
            <a:pPr algn="l">
              <a:lnSpc>
                <a:spcPts val="2400"/>
              </a:lnSpc>
            </a:pPr>
            <a:r>
              <a:rPr lang="en-KE" sz="2000" b="1" dirty="0">
                <a:solidFill>
                  <a:schemeClr val="tx2"/>
                </a:solidFill>
                <a:latin typeface="Inter" panose="02000503000000020004" pitchFamily="2" charset="0"/>
                <a:ea typeface="Inter" panose="02000503000000020004" pitchFamily="2" charset="0"/>
              </a:rPr>
              <a:t>Click on Submit</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3" name="Straight Arrow Connector 2">
            <a:extLst>
              <a:ext uri="{FF2B5EF4-FFF2-40B4-BE49-F238E27FC236}">
                <a16:creationId xmlns:a16="http://schemas.microsoft.com/office/drawing/2014/main" id="{2B48E282-E3E9-50E7-505A-105F8060EC0A}"/>
              </a:ext>
            </a:extLst>
          </p:cNvPr>
          <p:cNvCxnSpPr>
            <a:cxnSpLocks/>
          </p:cNvCxnSpPr>
          <p:nvPr/>
        </p:nvCxnSpPr>
        <p:spPr>
          <a:xfrm>
            <a:off x="4744212" y="4206240"/>
            <a:ext cx="3114327" cy="219986"/>
          </a:xfrm>
          <a:prstGeom prst="straightConnector1">
            <a:avLst/>
          </a:prstGeom>
          <a:ln w="38100">
            <a:solidFill>
              <a:srgbClr val="4E47C9"/>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5115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2CA9-54DD-2C39-31AB-A21D233BEC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98E7F6-01FE-22CF-1726-0248256B2B1D}"/>
              </a:ext>
            </a:extLst>
          </p:cNvPr>
          <p:cNvSpPr txBox="1"/>
          <p:nvPr/>
        </p:nvSpPr>
        <p:spPr>
          <a:xfrm>
            <a:off x="1633728" y="1767840"/>
            <a:ext cx="3230880" cy="1584960"/>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a:t>
            </a:r>
            <a:r>
              <a:rPr lang="en-KE" sz="2400" b="1" dirty="0">
                <a:solidFill>
                  <a:schemeClr val="tx2"/>
                </a:solidFill>
                <a:latin typeface="Inter" panose="02000503000000020004" pitchFamily="2" charset="0"/>
                <a:ea typeface="Inter" panose="02000503000000020004" pitchFamily="2" charset="0"/>
              </a:rPr>
              <a:t>4</a:t>
            </a:r>
            <a:r>
              <a:rPr lang="en-KE" sz="2400" b="1" dirty="0">
                <a:solidFill>
                  <a:schemeClr val="tx2"/>
                </a:solidFill>
                <a:effectLst/>
                <a:latin typeface="Inter" panose="02000503000000020004" pitchFamily="2" charset="0"/>
                <a:ea typeface="Inter" panose="02000503000000020004" pitchFamily="2" charset="0"/>
              </a:rPr>
              <a:t> :</a:t>
            </a:r>
          </a:p>
          <a:p>
            <a:pPr algn="l">
              <a:lnSpc>
                <a:spcPts val="2400"/>
              </a:lnSpc>
            </a:pPr>
            <a:r>
              <a:rPr lang="en-KE" sz="2000" b="1" dirty="0">
                <a:solidFill>
                  <a:schemeClr val="tx2"/>
                </a:solidFill>
                <a:latin typeface="Inter" panose="02000503000000020004" pitchFamily="2" charset="0"/>
                <a:ea typeface="Inter" panose="02000503000000020004" pitchFamily="2" charset="0"/>
              </a:rPr>
              <a:t>You will Receive this SMS on your phone ,click on the link provided as shown:</a:t>
            </a:r>
            <a:endParaRPr lang="en-KE" sz="2000" b="1" dirty="0">
              <a:solidFill>
                <a:schemeClr val="tx2"/>
              </a:solidFill>
              <a:effectLst/>
              <a:latin typeface="Inter" panose="02000503000000020004" pitchFamily="2" charset="0"/>
              <a:ea typeface="Inter" panose="02000503000000020004" pitchFamily="2" charset="0"/>
            </a:endParaRPr>
          </a:p>
        </p:txBody>
      </p:sp>
      <p:pic>
        <p:nvPicPr>
          <p:cNvPr id="10" name="Picture 9" descr="A screenshot of a phone&#10;&#10;AI-generated content may be incorrect.">
            <a:extLst>
              <a:ext uri="{FF2B5EF4-FFF2-40B4-BE49-F238E27FC236}">
                <a16:creationId xmlns:a16="http://schemas.microsoft.com/office/drawing/2014/main" id="{E1A42B53-28B7-516B-669B-DA359F3E87F2}"/>
              </a:ext>
            </a:extLst>
          </p:cNvPr>
          <p:cNvPicPr>
            <a:picLocks noChangeAspect="1"/>
          </p:cNvPicPr>
          <p:nvPr/>
        </p:nvPicPr>
        <p:blipFill>
          <a:blip r:embed="rId2">
            <a:extLst>
              <a:ext uri="{28A0092B-C50C-407E-A947-70E740481C1C}">
                <a14:useLocalDpi xmlns:a14="http://schemas.microsoft.com/office/drawing/2010/main" val="0"/>
              </a:ext>
            </a:extLst>
          </a:blip>
          <a:srcRect b="20812"/>
          <a:stretch/>
        </p:blipFill>
        <p:spPr>
          <a:xfrm>
            <a:off x="8156448" y="1015654"/>
            <a:ext cx="3161109" cy="5842346"/>
          </a:xfrm>
          <a:prstGeom prst="rect">
            <a:avLst/>
          </a:prstGeom>
        </p:spPr>
      </p:pic>
      <p:sp>
        <p:nvSpPr>
          <p:cNvPr id="4" name="Oval 3">
            <a:extLst>
              <a:ext uri="{FF2B5EF4-FFF2-40B4-BE49-F238E27FC236}">
                <a16:creationId xmlns:a16="http://schemas.microsoft.com/office/drawing/2014/main" id="{F37C7F5C-A167-FB51-C639-FE46F8254746}"/>
              </a:ext>
            </a:extLst>
          </p:cNvPr>
          <p:cNvSpPr/>
          <p:nvPr/>
        </p:nvSpPr>
        <p:spPr>
          <a:xfrm>
            <a:off x="7886700" y="2600325"/>
            <a:ext cx="2957513" cy="82867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cxnSp>
        <p:nvCxnSpPr>
          <p:cNvPr id="14" name="Straight Arrow Connector 13">
            <a:extLst>
              <a:ext uri="{FF2B5EF4-FFF2-40B4-BE49-F238E27FC236}">
                <a16:creationId xmlns:a16="http://schemas.microsoft.com/office/drawing/2014/main" id="{8A66608F-37A4-9C0D-2410-25068A4CD389}"/>
              </a:ext>
            </a:extLst>
          </p:cNvPr>
          <p:cNvCxnSpPr>
            <a:cxnSpLocks/>
            <a:stCxn id="5" idx="3"/>
            <a:endCxn id="4" idx="2"/>
          </p:cNvCxnSpPr>
          <p:nvPr/>
        </p:nvCxnSpPr>
        <p:spPr>
          <a:xfrm>
            <a:off x="4864608" y="2560320"/>
            <a:ext cx="3022092" cy="454343"/>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910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FBB8-0F10-849D-88CF-E0B22559CE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AF0FC61-A544-6303-B0A7-1C36EB692939}"/>
              </a:ext>
            </a:extLst>
          </p:cNvPr>
          <p:cNvSpPr txBox="1"/>
          <p:nvPr/>
        </p:nvSpPr>
        <p:spPr>
          <a:xfrm>
            <a:off x="1633728" y="1767839"/>
            <a:ext cx="3230880" cy="1929517"/>
          </a:xfrm>
          <a:prstGeom prst="rect">
            <a:avLst/>
          </a:prstGeom>
          <a:noFill/>
          <a:ln>
            <a:solidFill>
              <a:srgbClr val="4E47C9"/>
            </a:solidFill>
          </a:ln>
        </p:spPr>
        <p:txBody>
          <a:bodyPr wrap="square" rtlCol="0">
            <a:noAutofit/>
          </a:bodyPr>
          <a:lstStyle/>
          <a:p>
            <a:pPr algn="l">
              <a:lnSpc>
                <a:spcPts val="2400"/>
              </a:lnSpc>
            </a:pPr>
            <a:r>
              <a:rPr lang="en-KE" sz="2400" b="1" dirty="0">
                <a:solidFill>
                  <a:schemeClr val="tx2"/>
                </a:solidFill>
                <a:effectLst/>
                <a:latin typeface="Inter" panose="02000503000000020004" pitchFamily="2" charset="0"/>
                <a:ea typeface="Inter" panose="02000503000000020004" pitchFamily="2" charset="0"/>
              </a:rPr>
              <a:t>Step 5 :</a:t>
            </a:r>
          </a:p>
          <a:p>
            <a:pPr algn="l">
              <a:lnSpc>
                <a:spcPts val="2400"/>
              </a:lnSpc>
            </a:pPr>
            <a:r>
              <a:rPr lang="en-KE" sz="2000" b="1" dirty="0">
                <a:solidFill>
                  <a:schemeClr val="tx2"/>
                </a:solidFill>
                <a:latin typeface="Inter" panose="02000503000000020004" pitchFamily="2" charset="0"/>
                <a:ea typeface="Inter" panose="02000503000000020004" pitchFamily="2" charset="0"/>
              </a:rPr>
              <a:t>You will land on the screen shown ,enter your preferred password and confirm the password</a:t>
            </a:r>
          </a:p>
          <a:p>
            <a:pPr algn="l">
              <a:lnSpc>
                <a:spcPts val="2400"/>
              </a:lnSpc>
            </a:pPr>
            <a:endParaRPr lang="en-KE" sz="2000" b="1" dirty="0">
              <a:solidFill>
                <a:schemeClr val="tx2"/>
              </a:solidFill>
              <a:effectLst/>
              <a:latin typeface="Inter" panose="02000503000000020004" pitchFamily="2" charset="0"/>
              <a:ea typeface="Inter" panose="02000503000000020004" pitchFamily="2" charset="0"/>
            </a:endParaRPr>
          </a:p>
          <a:p>
            <a:pPr algn="l">
              <a:lnSpc>
                <a:spcPts val="2400"/>
              </a:lnSpc>
            </a:pPr>
            <a:r>
              <a:rPr lang="en-KE" sz="2000" b="1" dirty="0">
                <a:solidFill>
                  <a:schemeClr val="accent6">
                    <a:lumMod val="60000"/>
                    <a:lumOff val="40000"/>
                  </a:schemeClr>
                </a:solidFill>
                <a:latin typeface="Inter" panose="02000503000000020004" pitchFamily="2" charset="0"/>
                <a:ea typeface="Inter" panose="02000503000000020004" pitchFamily="2" charset="0"/>
              </a:rPr>
              <a:t>NB:The password must Start with an uppercase letter, then lower case followed by numbers.</a:t>
            </a:r>
          </a:p>
          <a:p>
            <a:pPr algn="l">
              <a:lnSpc>
                <a:spcPts val="2400"/>
              </a:lnSpc>
            </a:pPr>
            <a:endParaRPr lang="en-KE" sz="2000" b="1" dirty="0">
              <a:solidFill>
                <a:schemeClr val="accent6">
                  <a:lumMod val="60000"/>
                  <a:lumOff val="40000"/>
                </a:schemeClr>
              </a:solidFill>
              <a:latin typeface="Inter" panose="02000503000000020004" pitchFamily="2" charset="0"/>
              <a:ea typeface="Inter" panose="02000503000000020004" pitchFamily="2" charset="0"/>
            </a:endParaRPr>
          </a:p>
          <a:p>
            <a:pPr algn="l">
              <a:lnSpc>
                <a:spcPts val="2400"/>
              </a:lnSpc>
            </a:pPr>
            <a:r>
              <a:rPr lang="en-GB" sz="2000" b="1" i="1" dirty="0">
                <a:solidFill>
                  <a:schemeClr val="accent6">
                    <a:lumMod val="60000"/>
                    <a:lumOff val="40000"/>
                  </a:schemeClr>
                </a:solidFill>
                <a:effectLst/>
                <a:latin typeface="Inter" panose="02000503000000020004" pitchFamily="2" charset="0"/>
                <a:ea typeface="Inter" panose="02000503000000020004" pitchFamily="2" charset="0"/>
              </a:rPr>
              <a:t>E</a:t>
            </a:r>
            <a:r>
              <a:rPr lang="en-KE" sz="2000" b="1" i="1" dirty="0">
                <a:solidFill>
                  <a:schemeClr val="accent6">
                    <a:lumMod val="60000"/>
                    <a:lumOff val="40000"/>
                  </a:schemeClr>
                </a:solidFill>
                <a:effectLst/>
                <a:latin typeface="Inter" panose="02000503000000020004" pitchFamily="2" charset="0"/>
                <a:ea typeface="Inter" panose="02000503000000020004" pitchFamily="2" charset="0"/>
              </a:rPr>
              <a:t>g Jam332</a:t>
            </a:r>
          </a:p>
        </p:txBody>
      </p:sp>
      <p:cxnSp>
        <p:nvCxnSpPr>
          <p:cNvPr id="14" name="Straight Arrow Connector 13">
            <a:extLst>
              <a:ext uri="{FF2B5EF4-FFF2-40B4-BE49-F238E27FC236}">
                <a16:creationId xmlns:a16="http://schemas.microsoft.com/office/drawing/2014/main" id="{D525F60C-7BA9-B122-E4F2-69CEBF33DCCF}"/>
              </a:ext>
            </a:extLst>
          </p:cNvPr>
          <p:cNvCxnSpPr>
            <a:cxnSpLocks/>
            <a:stCxn id="5" idx="3"/>
            <a:endCxn id="4" idx="2"/>
          </p:cNvCxnSpPr>
          <p:nvPr/>
        </p:nvCxnSpPr>
        <p:spPr>
          <a:xfrm flipV="1">
            <a:off x="4864608" y="2474181"/>
            <a:ext cx="2364373" cy="258417"/>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screenshot of a login page&#10;&#10;AI-generated content may be incorrect.">
            <a:extLst>
              <a:ext uri="{FF2B5EF4-FFF2-40B4-BE49-F238E27FC236}">
                <a16:creationId xmlns:a16="http://schemas.microsoft.com/office/drawing/2014/main" id="{77491816-19BE-AA09-CC6C-CCF57B429DD7}"/>
              </a:ext>
            </a:extLst>
          </p:cNvPr>
          <p:cNvPicPr>
            <a:picLocks noChangeAspect="1"/>
          </p:cNvPicPr>
          <p:nvPr/>
        </p:nvPicPr>
        <p:blipFill>
          <a:blip r:embed="rId2">
            <a:extLst>
              <a:ext uri="{28A0092B-C50C-407E-A947-70E740481C1C}">
                <a14:useLocalDpi xmlns:a14="http://schemas.microsoft.com/office/drawing/2010/main" val="0"/>
              </a:ext>
            </a:extLst>
          </a:blip>
          <a:srcRect t="13236" b="8358"/>
          <a:stretch>
            <a:fillRect/>
          </a:stretch>
        </p:blipFill>
        <p:spPr>
          <a:xfrm>
            <a:off x="7298752" y="1020417"/>
            <a:ext cx="3161109" cy="5377069"/>
          </a:xfrm>
          <a:prstGeom prst="rect">
            <a:avLst/>
          </a:prstGeom>
        </p:spPr>
      </p:pic>
      <p:sp>
        <p:nvSpPr>
          <p:cNvPr id="4" name="Oval 3">
            <a:extLst>
              <a:ext uri="{FF2B5EF4-FFF2-40B4-BE49-F238E27FC236}">
                <a16:creationId xmlns:a16="http://schemas.microsoft.com/office/drawing/2014/main" id="{9A6C5524-B5CE-CBA6-528D-6618D923503B}"/>
              </a:ext>
            </a:extLst>
          </p:cNvPr>
          <p:cNvSpPr/>
          <p:nvPr/>
        </p:nvSpPr>
        <p:spPr>
          <a:xfrm>
            <a:off x="7228981" y="1767840"/>
            <a:ext cx="3492028" cy="1412682"/>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pic>
        <p:nvPicPr>
          <p:cNvPr id="3" name="Graphic 2">
            <a:extLst>
              <a:ext uri="{FF2B5EF4-FFF2-40B4-BE49-F238E27FC236}">
                <a16:creationId xmlns:a16="http://schemas.microsoft.com/office/drawing/2014/main" id="{4F68A932-2C1F-7D07-D800-F5EEEFE7905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67378" y="212035"/>
            <a:ext cx="1307926" cy="1030636"/>
          </a:xfrm>
          <a:prstGeom prst="rect">
            <a:avLst/>
          </a:prstGeom>
        </p:spPr>
      </p:pic>
    </p:spTree>
    <p:extLst>
      <p:ext uri="{BB962C8B-B14F-4D97-AF65-F5344CB8AC3E}">
        <p14:creationId xmlns:p14="http://schemas.microsoft.com/office/powerpoint/2010/main" val="3881349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29DB-97DC-EB96-4401-C796922EC4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BB0A37D-1C29-D7D0-75E2-A2C1E379A2F1}"/>
              </a:ext>
            </a:extLst>
          </p:cNvPr>
          <p:cNvSpPr txBox="1"/>
          <p:nvPr/>
        </p:nvSpPr>
        <p:spPr>
          <a:xfrm>
            <a:off x="1633728" y="1767839"/>
            <a:ext cx="3230880" cy="2393343"/>
          </a:xfrm>
          <a:prstGeom prst="rect">
            <a:avLst/>
          </a:prstGeom>
          <a:noFill/>
          <a:ln>
            <a:solidFill>
              <a:srgbClr val="4E47C9"/>
            </a:solidFill>
          </a:ln>
        </p:spPr>
        <p:txBody>
          <a:bodyPr wrap="square" rtlCol="0">
            <a:noAutofit/>
          </a:bodyPr>
          <a:lstStyle/>
          <a:p>
            <a:pPr algn="l">
              <a:lnSpc>
                <a:spcPts val="2400"/>
              </a:lnSpc>
            </a:pPr>
            <a:r>
              <a:rPr lang="en-KE" sz="2000" b="1" dirty="0">
                <a:solidFill>
                  <a:schemeClr val="tx2"/>
                </a:solidFill>
                <a:effectLst/>
                <a:latin typeface="Inter" panose="02000503000000020004" pitchFamily="2" charset="0"/>
                <a:ea typeface="Inter" panose="02000503000000020004" pitchFamily="2" charset="0"/>
              </a:rPr>
              <a:t>Step 6 :</a:t>
            </a:r>
          </a:p>
          <a:p>
            <a:pPr algn="l">
              <a:lnSpc>
                <a:spcPts val="2400"/>
              </a:lnSpc>
            </a:pPr>
            <a:r>
              <a:rPr lang="en-KE" sz="2000" b="1" dirty="0">
                <a:solidFill>
                  <a:schemeClr val="tx2"/>
                </a:solidFill>
                <a:latin typeface="Inter" panose="02000503000000020004" pitchFamily="2" charset="0"/>
                <a:ea typeface="Inter" panose="02000503000000020004" pitchFamily="2" charset="0"/>
              </a:rPr>
              <a:t>Once you have entered your preferred password,click on the submit button and your password will be updated.</a:t>
            </a:r>
            <a:endParaRPr lang="en-KE" sz="2000" b="1" dirty="0">
              <a:solidFill>
                <a:schemeClr val="tx2"/>
              </a:solidFill>
              <a:effectLst/>
              <a:latin typeface="Inter" panose="02000503000000020004" pitchFamily="2" charset="0"/>
              <a:ea typeface="Inter" panose="02000503000000020004" pitchFamily="2" charset="0"/>
            </a:endParaRPr>
          </a:p>
        </p:txBody>
      </p:sp>
      <p:cxnSp>
        <p:nvCxnSpPr>
          <p:cNvPr id="14" name="Straight Arrow Connector 13">
            <a:extLst>
              <a:ext uri="{FF2B5EF4-FFF2-40B4-BE49-F238E27FC236}">
                <a16:creationId xmlns:a16="http://schemas.microsoft.com/office/drawing/2014/main" id="{9A94A4EE-C847-441D-0F3F-0E84F584102F}"/>
              </a:ext>
            </a:extLst>
          </p:cNvPr>
          <p:cNvCxnSpPr>
            <a:cxnSpLocks/>
            <a:stCxn id="5" idx="3"/>
            <a:endCxn id="4" idx="2"/>
          </p:cNvCxnSpPr>
          <p:nvPr/>
        </p:nvCxnSpPr>
        <p:spPr>
          <a:xfrm>
            <a:off x="4864608" y="2964511"/>
            <a:ext cx="3332676" cy="1030812"/>
          </a:xfrm>
          <a:prstGeom prst="straightConnector1">
            <a:avLst/>
          </a:prstGeom>
          <a:ln w="38100">
            <a:solidFill>
              <a:srgbClr val="4E47C9"/>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screenshot of a login form&#10;&#10;AI-generated content may be incorrect.">
            <a:extLst>
              <a:ext uri="{FF2B5EF4-FFF2-40B4-BE49-F238E27FC236}">
                <a16:creationId xmlns:a16="http://schemas.microsoft.com/office/drawing/2014/main" id="{77F05B76-6DE7-2834-0267-33A390C24681}"/>
              </a:ext>
            </a:extLst>
          </p:cNvPr>
          <p:cNvPicPr>
            <a:picLocks noChangeAspect="1"/>
          </p:cNvPicPr>
          <p:nvPr/>
        </p:nvPicPr>
        <p:blipFill>
          <a:blip r:embed="rId2">
            <a:extLst>
              <a:ext uri="{28A0092B-C50C-407E-A947-70E740481C1C}">
                <a14:useLocalDpi xmlns:a14="http://schemas.microsoft.com/office/drawing/2010/main" val="0"/>
              </a:ext>
            </a:extLst>
          </a:blip>
          <a:srcRect l="-1196" t="13171" r="1196" b="2771"/>
          <a:stretch>
            <a:fillRect/>
          </a:stretch>
        </p:blipFill>
        <p:spPr>
          <a:xfrm>
            <a:off x="8159481" y="954157"/>
            <a:ext cx="3161109" cy="5764695"/>
          </a:xfrm>
          <a:prstGeom prst="rect">
            <a:avLst/>
          </a:prstGeom>
        </p:spPr>
      </p:pic>
      <p:sp>
        <p:nvSpPr>
          <p:cNvPr id="4" name="Oval 3">
            <a:extLst>
              <a:ext uri="{FF2B5EF4-FFF2-40B4-BE49-F238E27FC236}">
                <a16:creationId xmlns:a16="http://schemas.microsoft.com/office/drawing/2014/main" id="{7593F2A4-FFEF-E6D0-5DD5-4AD063B23C36}"/>
              </a:ext>
            </a:extLst>
          </p:cNvPr>
          <p:cNvSpPr/>
          <p:nvPr/>
        </p:nvSpPr>
        <p:spPr>
          <a:xfrm>
            <a:off x="8197284" y="3580985"/>
            <a:ext cx="2957513" cy="82867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E" dirty="0"/>
          </a:p>
        </p:txBody>
      </p:sp>
      <p:pic>
        <p:nvPicPr>
          <p:cNvPr id="2" name="Graphic 1">
            <a:extLst>
              <a:ext uri="{FF2B5EF4-FFF2-40B4-BE49-F238E27FC236}">
                <a16:creationId xmlns:a16="http://schemas.microsoft.com/office/drawing/2014/main" id="{6B0C79CB-76B7-0FEB-019E-CA80A935D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2077" y="139148"/>
            <a:ext cx="1307926" cy="1030636"/>
          </a:xfrm>
          <a:prstGeom prst="rect">
            <a:avLst/>
          </a:prstGeom>
        </p:spPr>
      </p:pic>
    </p:spTree>
    <p:extLst>
      <p:ext uri="{BB962C8B-B14F-4D97-AF65-F5344CB8AC3E}">
        <p14:creationId xmlns:p14="http://schemas.microsoft.com/office/powerpoint/2010/main" val="3613530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40A4C5F-8306-CCFC-3F5D-1FC106B97514}"/>
              </a:ext>
            </a:extLst>
          </p:cNvPr>
          <p:cNvSpPr txBox="1"/>
          <p:nvPr/>
        </p:nvSpPr>
        <p:spPr>
          <a:xfrm>
            <a:off x="2372139" y="2531165"/>
            <a:ext cx="6838122" cy="1497496"/>
          </a:xfrm>
          <a:prstGeom prst="rect">
            <a:avLst/>
          </a:prstGeom>
          <a:noFill/>
        </p:spPr>
        <p:txBody>
          <a:bodyPr wrap="square" rtlCol="0">
            <a:noAutofit/>
          </a:bodyPr>
          <a:lstStyle/>
          <a:p>
            <a:pPr algn="l">
              <a:lnSpc>
                <a:spcPts val="2400"/>
              </a:lnSpc>
            </a:pPr>
            <a:r>
              <a:rPr lang="en-KE" sz="4000" b="1" dirty="0">
                <a:solidFill>
                  <a:schemeClr val="tx2"/>
                </a:solidFill>
                <a:latin typeface="Inter" panose="02000503000000020004" pitchFamily="2" charset="0"/>
                <a:ea typeface="Inter" panose="02000503000000020004" pitchFamily="2" charset="0"/>
              </a:rPr>
              <a:t>	Q &amp; A</a:t>
            </a:r>
            <a:endParaRPr lang="en-KE" sz="4000" b="1" dirty="0">
              <a:solidFill>
                <a:schemeClr val="tx2"/>
              </a:solidFill>
              <a:effectLst/>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674168721"/>
      </p:ext>
    </p:extLst>
  </p:cSld>
  <p:clrMapOvr>
    <a:masterClrMapping/>
  </p:clrMapOvr>
</p:sld>
</file>

<file path=ppt/theme/theme1.xml><?xml version="1.0" encoding="utf-8"?>
<a:theme xmlns:a="http://schemas.openxmlformats.org/drawingml/2006/main" name="BG-01">
  <a:themeElements>
    <a:clrScheme name="MED">
      <a:dk1>
        <a:srgbClr val="000000"/>
      </a:dk1>
      <a:lt1>
        <a:srgbClr val="FCFBF9"/>
      </a:lt1>
      <a:dk2>
        <a:srgbClr val="2414BE"/>
      </a:dk2>
      <a:lt2>
        <a:srgbClr val="FFFFFF"/>
      </a:lt2>
      <a:accent1>
        <a:srgbClr val="54CC90"/>
      </a:accent1>
      <a:accent2>
        <a:srgbClr val="EB9569"/>
      </a:accent2>
      <a:accent3>
        <a:srgbClr val="994141"/>
      </a:accent3>
      <a:accent4>
        <a:srgbClr val="00A371"/>
      </a:accent4>
      <a:accent5>
        <a:srgbClr val="C35720"/>
      </a:accent5>
      <a:accent6>
        <a:srgbClr val="751A1A"/>
      </a:accent6>
      <a:hlink>
        <a:srgbClr val="6165DE"/>
      </a:hlink>
      <a:folHlink>
        <a:srgbClr val="BCB5F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oAutofit/>
      </a:bodyPr>
      <a:lstStyle>
        <a:defPPr algn="l">
          <a:lnSpc>
            <a:spcPts val="2400"/>
          </a:lnSpc>
          <a:defRPr sz="1400" dirty="0">
            <a:solidFill>
              <a:schemeClr val="tx2"/>
            </a:solidFill>
            <a:effectLst/>
            <a:latin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b845bf5-4ef7-404b-9faf-58808e36954e">
      <Terms xmlns="http://schemas.microsoft.com/office/infopath/2007/PartnerControls"/>
    </lcf76f155ced4ddcb4097134ff3c332f>
    <TaxCatchAll xmlns="83e7a8c2-8694-40e8-b4b0-23bf3917ab0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2C1827FC1D783429BCB44A2FF436A72" ma:contentTypeVersion="11" ma:contentTypeDescription="Create a new document." ma:contentTypeScope="" ma:versionID="359b631c3b93599c43021b8563b2459a">
  <xsd:schema xmlns:xsd="http://www.w3.org/2001/XMLSchema" xmlns:xs="http://www.w3.org/2001/XMLSchema" xmlns:p="http://schemas.microsoft.com/office/2006/metadata/properties" xmlns:ns2="bb845bf5-4ef7-404b-9faf-58808e36954e" xmlns:ns3="83e7a8c2-8694-40e8-b4b0-23bf3917ab0c" targetNamespace="http://schemas.microsoft.com/office/2006/metadata/properties" ma:root="true" ma:fieldsID="bef61ffb4ce5c9341de78f6d4eef5856" ns2:_="" ns3:_="">
    <xsd:import namespace="bb845bf5-4ef7-404b-9faf-58808e36954e"/>
    <xsd:import namespace="83e7a8c2-8694-40e8-b4b0-23bf3917ab0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845bf5-4ef7-404b-9faf-58808e3695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46b3ea2-875b-4c00-9643-d243b56ac75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e7a8c2-8694-40e8-b4b0-23bf3917ab0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e8d5735-edb0-49ba-ab0d-03747bd9cadc}" ma:internalName="TaxCatchAll" ma:showField="CatchAllData" ma:web="83e7a8c2-8694-40e8-b4b0-23bf3917ab0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E8901E7-CC22-480F-84E6-F6912DFBED3F}">
  <ds:schemaRefs>
    <ds:schemaRef ds:uri="http://schemas.microsoft.com/sharepoint/v3/contenttype/forms"/>
  </ds:schemaRefs>
</ds:datastoreItem>
</file>

<file path=customXml/itemProps2.xml><?xml version="1.0" encoding="utf-8"?>
<ds:datastoreItem xmlns:ds="http://schemas.openxmlformats.org/officeDocument/2006/customXml" ds:itemID="{DABD9EBC-1A35-4D02-8821-6267C2EF5D8D}">
  <ds:schemaRefs>
    <ds:schemaRef ds:uri="http://www.w3.org/XML/1998/namespace"/>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28b3c2a2-b14b-44a6-b283-6c0f22ac3cb1"/>
    <ds:schemaRef ds:uri="http://schemas.microsoft.com/office/2006/documentManagement/types"/>
    <ds:schemaRef ds:uri="32096338-85d9-41b9-8098-880da7a8b30b"/>
    <ds:schemaRef ds:uri="http://schemas.microsoft.com/office/2006/metadata/properties"/>
    <ds:schemaRef ds:uri="bb845bf5-4ef7-404b-9faf-58808e36954e"/>
    <ds:schemaRef ds:uri="83e7a8c2-8694-40e8-b4b0-23bf3917ab0c"/>
  </ds:schemaRefs>
</ds:datastoreItem>
</file>

<file path=customXml/itemProps3.xml><?xml version="1.0" encoding="utf-8"?>
<ds:datastoreItem xmlns:ds="http://schemas.openxmlformats.org/officeDocument/2006/customXml" ds:itemID="{C4F69EDF-6271-4DA8-BCCE-31118463AF48}"/>
</file>

<file path=docProps/app.xml><?xml version="1.0" encoding="utf-8"?>
<Properties xmlns="http://schemas.openxmlformats.org/officeDocument/2006/extended-properties" xmlns:vt="http://schemas.openxmlformats.org/officeDocument/2006/docPropsVTypes">
  <TotalTime>9</TotalTime>
  <Words>429</Words>
  <Application>Microsoft Office PowerPoint</Application>
  <PresentationFormat>Widescreen</PresentationFormat>
  <Paragraphs>72</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BG-01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Spice End User Support</dc:title>
  <dc:creator>Anthony Wambugu</dc:creator>
  <cp:lastModifiedBy>Mercy Kipngeny</cp:lastModifiedBy>
  <cp:revision>9</cp:revision>
  <dcterms:created xsi:type="dcterms:W3CDTF">2023-11-02T18:39:33Z</dcterms:created>
  <dcterms:modified xsi:type="dcterms:W3CDTF">2025-10-20T17:41:52Z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0x010100B2C1827FC1D783429BCB44A2FF436A72</vt:lpwstr>
  </property>
  <property fmtid="{D5CDD505-2E9C-101B-9397-08002B2CF9AE}" pid="3" name="MediaServiceImageTags">
    <vt:lpwstr/>
  </property>
  <property fmtid="{D5CDD505-2E9C-101B-9397-08002B2CF9AE}" pid="4" name="Order">
    <vt:r8>4300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